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78" r:id="rId5"/>
    <p:sldId id="261" r:id="rId6"/>
    <p:sldId id="277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4" r:id="rId19"/>
    <p:sldId id="275" r:id="rId20"/>
    <p:sldId id="276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argulya1" initials="G" lastIdx="1" clrIdx="0">
    <p:extLst>
      <p:ext uri="{19B8F6BF-5375-455C-9EA6-DF929625EA0E}">
        <p15:presenceInfo xmlns:p15="http://schemas.microsoft.com/office/powerpoint/2012/main" userId="Gargulya1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58" y="4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Gargulya1\Desktop\&#1072;&#1085;&#1072;&#1083;&#1080;&#1090;&#1080;&#1082;\SQL\&#1076;&#1083;&#1103;%20&#1082;&#1091;&#1088;&#1089;&#1086;&#1074;&#1086;&#1081;\&#1044;&#1080;&#1085;&#1072;&#1084;&#1080;&#1082;&#1072;_&#1087;&#1086;&#1083;&#1100;&#1079;&#1086;&#1074;&#1072;&#1090;&#1077;&#1083;&#1100;&#1089;&#1082;&#1086;&#1080;_&#1073;&#1072;&#1079;&#1099;_&#1090;&#1079;_1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Gargulya1\Desktop\&#1072;&#1085;&#1072;&#1083;&#1080;&#1090;&#1080;&#1082;\SQL\&#1076;&#1083;&#1103;%20&#1082;&#1091;&#1088;&#1089;&#1086;&#1074;&#1086;&#1081;\&#1088;&#1072;&#1089;&#1087;&#1088;&#1077;&#1076;&#1077;&#1083;&#1077;&#1085;&#1080;&#1077;_&#1087;&#1086;_&#1084;&#1077;&#1089;&#1103;&#1094;&#1072;&#1084;_&#1080;&#1075;&#1088;&#1086;&#1074;&#1099;&#1093;_&#1089;&#1077;&#1089;&#1089;&#1080;&#1081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Gargulya1\Desktop\&#1072;&#1085;&#1072;&#1083;&#1080;&#1090;&#1080;&#1082;\SQL\&#1076;&#1083;&#1103;%20&#1082;&#1091;&#1088;&#1089;&#1086;&#1074;&#1086;&#1081;\&#1076;&#1080;&#1085;&#1072;&#1084;&#1080;&#1082;&#1072;_&#1076;&#1083;&#1080;&#1085;&#1085;&#1099;&#1093;_&#1089;&#1077;&#1089;&#1089;&#1080;&#1081;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Gargulya1\Desktop\&#1072;&#1085;&#1072;&#1083;&#1080;&#1090;&#1080;&#1082;\SQL\&#1076;&#1083;&#1103;%20&#1082;&#1091;&#1088;&#1089;&#1086;&#1074;&#1086;&#1081;\&#1076;&#1080;&#1085;&#1072;&#1084;&#1080;&#1082;&#1072;_&#1089;&#1088;&#1077;&#1076;&#1085;&#1077;&#1080;_&#1076;&#1083;&#1080;&#1090;_&#1090;&#1080;_&#1080;&#1075;&#1088;&#1086;&#1074;&#1086;&#1080;_&#1089;&#1077;&#1089;&#1089;&#1080;&#1080;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Gargulya1\Desktop\&#1072;&#1085;&#1072;&#1083;&#1080;&#1090;&#1080;&#1082;\SQL\&#1076;&#1083;&#1103;%20&#1082;&#1091;&#1088;&#1089;&#1086;&#1074;&#1086;&#1081;\&#1044;&#1086;&#1084;&#1072;&#1096;&#1082;&#1072;%20&#1058;&#1047;-1%20&#1047;&#1072;&#1087;&#1086;&#1088;&#1086;&#1097;&#1077;&#1085;&#1082;&#1086;%20&#1043;&#1091;&#1079;&#1077;&#1083;&#1100;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Gargulya1\Desktop\&#1072;&#1085;&#1072;&#1083;&#1080;&#1090;&#1080;&#1082;\SQL\&#1076;&#1083;&#1103;%20&#1082;&#1091;&#1088;&#1089;&#1086;&#1074;&#1086;&#1081;\&#1044;&#1086;&#1084;&#1072;&#1096;&#1082;&#1072;%20&#1058;&#1047;-1%20&#1047;&#1072;&#1087;&#1086;&#1088;&#1086;&#1097;&#1077;&#1085;&#1082;&#1086;%20&#1043;&#1091;&#1079;&#1077;&#1083;&#1100;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Gargulya1\Desktop\&#1072;&#1085;&#1072;&#1083;&#1080;&#1090;&#1080;&#1082;\SQL\&#1076;&#1083;&#1103;%20&#1082;&#1091;&#1088;&#1089;&#1086;&#1074;&#1086;&#1081;\&#1079;&#1072;&#1076;&#1072;&#1095;&#1072;%201%20&#1058;&#1047;-2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Gargulya1\Desktop\&#1072;&#1085;&#1072;&#1083;&#1080;&#1090;&#1080;&#1082;\SQL\&#1076;&#1083;&#1103;%20&#1082;&#1091;&#1088;&#1089;&#1086;&#1074;&#1086;&#1081;\&#1079;&#1072;&#1076;&#1072;&#1095;&#1072;%201%20&#1058;&#1047;-2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Gargulya1\Desktop\&#1072;&#1085;&#1072;&#1083;&#1080;&#1090;&#1080;&#1082;\SQL\&#1076;&#1083;&#1103;%20&#1082;&#1091;&#1088;&#1089;&#1086;&#1074;&#1086;&#1081;\&#1079;&#1072;&#1076;&#1072;&#1095;&#1072;%201%20&#1058;&#1047;-2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Gargulya1\Desktop\&#1072;&#1085;&#1072;&#1083;&#1080;&#1090;&#1080;&#1082;\SQL\&#1076;&#1083;&#1103;%20&#1082;&#1091;&#1088;&#1089;&#1086;&#1074;&#1086;&#1081;\&#1058;&#1047;-3%20LDAU,%20LMAU,%20LWAU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Gargulya1\Desktop\&#1072;&#1085;&#1072;&#1083;&#1080;&#1090;&#1080;&#1082;\SQL\&#1076;&#1083;&#1103;%20&#1082;&#1091;&#1088;&#1089;&#1086;&#1074;&#1086;&#1081;\&#1058;&#1047;-3%20&#1076;&#1080;&#1085;&#1072;&#1084;&#1080;&#1082;&#1072;%20&#1087;&#1086;%201000%20&#1088;&#1091;&#1073;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Gargulya1\Desktop\&#1072;&#1085;&#1072;&#1083;&#1080;&#1090;&#1080;&#1082;\SQL\&#1076;&#1083;&#1103;%20&#1082;&#1091;&#1088;&#1089;&#1086;&#1074;&#1086;&#1081;\&#1058;&#1047;-3%20&#1086;&#1073;&#1072;%20&#1082;&#1088;&#1080;&#1090;&#1077;&#1088;&#1080;&#1103;%20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ru-RU" sz="2800" dirty="0"/>
              <a:t>Динамика пользовательской базы</a:t>
            </a:r>
          </a:p>
          <a:p>
            <a:pPr>
              <a:defRPr/>
            </a:pPr>
            <a:r>
              <a:rPr lang="ru-RU" sz="2800" dirty="0"/>
              <a:t>(количество регистраций)</a:t>
            </a:r>
          </a:p>
          <a:p>
            <a:pPr>
              <a:defRPr/>
            </a:pP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6.5358705161854769E-2"/>
          <c:y val="0.19486111111111112"/>
          <c:w val="0.89019685039370078"/>
          <c:h val="0.601498614756488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'Query result'!$B$1</c:f>
              <c:strCache>
                <c:ptCount val="1"/>
                <c:pt idx="0">
                  <c:v>cnt_user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98000"/>
                    <a:hueMod val="94000"/>
                    <a:satMod val="130000"/>
                    <a:lumMod val="128000"/>
                  </a:schemeClr>
                </a:gs>
                <a:gs pos="100000">
                  <a:schemeClr val="accent1">
                    <a:shade val="94000"/>
                    <a:lumMod val="8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46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/>
            </a:scene3d>
            <a:sp3d prstMaterial="plastic">
              <a:bevelT w="25400" h="254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'Query result'!$A$2:$A$10</c:f>
              <c:numCache>
                <c:formatCode>m/d/yyyy</c:formatCode>
                <c:ptCount val="9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</c:numCache>
            </c:numRef>
          </c:cat>
          <c:val>
            <c:numRef>
              <c:f>'Query result'!$B$2:$B$10</c:f>
              <c:numCache>
                <c:formatCode>#,##0</c:formatCode>
                <c:ptCount val="9"/>
                <c:pt idx="0">
                  <c:v>259</c:v>
                </c:pt>
                <c:pt idx="1">
                  <c:v>235</c:v>
                </c:pt>
                <c:pt idx="2">
                  <c:v>257</c:v>
                </c:pt>
                <c:pt idx="3">
                  <c:v>263</c:v>
                </c:pt>
                <c:pt idx="4">
                  <c:v>255</c:v>
                </c:pt>
                <c:pt idx="5">
                  <c:v>255</c:v>
                </c:pt>
                <c:pt idx="6">
                  <c:v>415</c:v>
                </c:pt>
                <c:pt idx="7">
                  <c:v>458</c:v>
                </c:pt>
                <c:pt idx="8">
                  <c:v>681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FE3-45C6-8D8F-A10B6D45D654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2121104496"/>
        <c:axId val="2121103664"/>
      </c:barChart>
      <c:dateAx>
        <c:axId val="2121104496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121103664"/>
        <c:crosses val="autoZero"/>
        <c:auto val="1"/>
        <c:lblOffset val="100"/>
        <c:baseTimeUnit val="months"/>
      </c:dateAx>
      <c:valAx>
        <c:axId val="21211036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21211044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8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ru-RU" sz="2800" dirty="0"/>
              <a:t>Динамика количества </a:t>
            </a:r>
          </a:p>
          <a:p>
            <a:pPr>
              <a:defRPr sz="2800"/>
            </a:pPr>
            <a:r>
              <a:rPr lang="ru-RU" sz="2800" dirty="0"/>
              <a:t>и доли игровых сессий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'Query result'!$B$1</c:f>
              <c:strCache>
                <c:ptCount val="1"/>
                <c:pt idx="0">
                  <c:v>Кол-во сессий всего</c:v>
                </c:pt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>
              <a:outerShdw blurRad="50800" dist="38100" dir="5400000" rotWithShape="0">
                <a:srgbClr val="000000">
                  <a:alpha val="46000"/>
                </a:srgbClr>
              </a:outerShdw>
            </a:effectLst>
          </c:spPr>
          <c:marker>
            <c:symbol val="none"/>
          </c:marker>
          <c:cat>
            <c:numRef>
              <c:f>'Query result'!$A$2:$A$11</c:f>
              <c:numCache>
                <c:formatCode>m/d/yyyy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'Query result'!$B$2:$B$11</c:f>
              <c:numCache>
                <c:formatCode>#,##0</c:formatCode>
                <c:ptCount val="10"/>
                <c:pt idx="0">
                  <c:v>1203</c:v>
                </c:pt>
                <c:pt idx="1">
                  <c:v>2209</c:v>
                </c:pt>
                <c:pt idx="2">
                  <c:v>2233</c:v>
                </c:pt>
                <c:pt idx="3">
                  <c:v>2332</c:v>
                </c:pt>
                <c:pt idx="4">
                  <c:v>1688</c:v>
                </c:pt>
                <c:pt idx="5">
                  <c:v>935</c:v>
                </c:pt>
                <c:pt idx="6">
                  <c:v>2426</c:v>
                </c:pt>
                <c:pt idx="7">
                  <c:v>3383</c:v>
                </c:pt>
                <c:pt idx="8">
                  <c:v>5779</c:v>
                </c:pt>
                <c:pt idx="9">
                  <c:v>4973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6C2-421F-A174-AE957BCB6858}"/>
            </c:ext>
          </c:extLst>
        </c:ser>
        <c:ser>
          <c:idx val="1"/>
          <c:order val="1"/>
          <c:tx>
            <c:strRef>
              <c:f>'Query result'!$C$1</c:f>
              <c:strCache>
                <c:ptCount val="1"/>
                <c:pt idx="0">
                  <c:v>Кол-во длинных сессий </c:v>
                </c:pt>
              </c:strCache>
            </c:strRef>
          </c:tx>
          <c:spPr>
            <a:ln w="34925" cap="rnd">
              <a:solidFill>
                <a:schemeClr val="accent2"/>
              </a:solidFill>
              <a:round/>
            </a:ln>
            <a:effectLst>
              <a:outerShdw blurRad="50800" dist="38100" dir="5400000" rotWithShape="0">
                <a:srgbClr val="000000">
                  <a:alpha val="46000"/>
                </a:srgbClr>
              </a:outerShdw>
            </a:effectLst>
          </c:spPr>
          <c:marker>
            <c:symbol val="none"/>
          </c:marker>
          <c:cat>
            <c:numRef>
              <c:f>'Query result'!$A$2:$A$11</c:f>
              <c:numCache>
                <c:formatCode>m/d/yyyy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'Query result'!$C$2:$C$11</c:f>
              <c:numCache>
                <c:formatCode>#,##0</c:formatCode>
                <c:ptCount val="10"/>
                <c:pt idx="0">
                  <c:v>919</c:v>
                </c:pt>
                <c:pt idx="1">
                  <c:v>1707</c:v>
                </c:pt>
                <c:pt idx="2">
                  <c:v>1715</c:v>
                </c:pt>
                <c:pt idx="3">
                  <c:v>1809</c:v>
                </c:pt>
                <c:pt idx="4">
                  <c:v>1253</c:v>
                </c:pt>
                <c:pt idx="5">
                  <c:v>612</c:v>
                </c:pt>
                <c:pt idx="6">
                  <c:v>1775</c:v>
                </c:pt>
                <c:pt idx="7">
                  <c:v>2429</c:v>
                </c:pt>
                <c:pt idx="8">
                  <c:v>3895</c:v>
                </c:pt>
                <c:pt idx="9">
                  <c:v>3243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6C2-421F-A174-AE957BCB68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47590224"/>
        <c:axId val="547592720"/>
      </c:lineChart>
      <c:lineChart>
        <c:grouping val="standard"/>
        <c:varyColors val="0"/>
        <c:ser>
          <c:idx val="2"/>
          <c:order val="2"/>
          <c:tx>
            <c:strRef>
              <c:f>'Query result'!$D$1</c:f>
              <c:strCache>
                <c:ptCount val="1"/>
                <c:pt idx="0">
                  <c:v>Доля длинных сессий </c:v>
                </c:pt>
              </c:strCache>
            </c:strRef>
          </c:tx>
          <c:spPr>
            <a:ln w="34925" cap="rnd">
              <a:solidFill>
                <a:schemeClr val="accent3"/>
              </a:solidFill>
              <a:round/>
            </a:ln>
            <a:effectLst>
              <a:outerShdw blurRad="50800" dist="38100" dir="5400000" rotWithShape="0">
                <a:srgbClr val="000000">
                  <a:alpha val="46000"/>
                </a:srgbClr>
              </a:outerShdw>
            </a:effectLst>
          </c:spPr>
          <c:marker>
            <c:symbol val="none"/>
          </c:marker>
          <c:cat>
            <c:numRef>
              <c:f>'Query result'!$A$2:$A$11</c:f>
              <c:numCache>
                <c:formatCode>m/d/yyyy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'Query result'!$D$2:$D$11</c:f>
              <c:numCache>
                <c:formatCode>#\ ##0.##</c:formatCode>
                <c:ptCount val="10"/>
                <c:pt idx="0">
                  <c:v>0.76392352452202827</c:v>
                </c:pt>
                <c:pt idx="1">
                  <c:v>0.77274784970574917</c:v>
                </c:pt>
                <c:pt idx="2">
                  <c:v>0.76802507836990597</c:v>
                </c:pt>
                <c:pt idx="3">
                  <c:v>0.77572898799313894</c:v>
                </c:pt>
                <c:pt idx="4">
                  <c:v>0.74229857819905209</c:v>
                </c:pt>
                <c:pt idx="5">
                  <c:v>0.65454545454545454</c:v>
                </c:pt>
                <c:pt idx="6">
                  <c:v>0.73165704863973624</c:v>
                </c:pt>
                <c:pt idx="7">
                  <c:v>0.71800177357375106</c:v>
                </c:pt>
                <c:pt idx="8">
                  <c:v>0.67399204014535385</c:v>
                </c:pt>
                <c:pt idx="9">
                  <c:v>0.65212145586165293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6C2-421F-A174-AE957BCB68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08296528"/>
        <c:axId val="608283632"/>
      </c:lineChart>
      <c:dateAx>
        <c:axId val="54759022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1" i="0" u="none" strike="noStrike" kern="1200" cap="all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Месяцы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1" i="0" u="none" strike="noStrike" kern="1200" cap="all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m/d/yyyy" sourceLinked="1"/>
        <c:majorTickMark val="out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47592720"/>
        <c:crosses val="autoZero"/>
        <c:auto val="1"/>
        <c:lblOffset val="100"/>
        <c:baseTimeUnit val="months"/>
      </c:dateAx>
      <c:valAx>
        <c:axId val="5475927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1" i="0" u="none" strike="noStrike" kern="1200" cap="all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Количество сессий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1" i="0" u="none" strike="noStrike" kern="1200" cap="all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47590224"/>
        <c:crosses val="autoZero"/>
        <c:crossBetween val="between"/>
      </c:valAx>
      <c:valAx>
        <c:axId val="608283632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1" i="0" u="none" strike="noStrike" kern="1200" cap="all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Доля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1" i="0" u="none" strike="noStrike" kern="1200" cap="all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#\ ##0.##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608296528"/>
        <c:crosses val="max"/>
        <c:crossBetween val="between"/>
      </c:valAx>
      <c:dateAx>
        <c:axId val="608296528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608283632"/>
        <c:crosses val="autoZero"/>
        <c:auto val="1"/>
        <c:lblOffset val="100"/>
        <c:baseTimeUnit val="months"/>
      </c:date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ru-RU" sz="2800" dirty="0"/>
              <a:t>Динамика доли "длинных" сессий </a:t>
            </a:r>
          </a:p>
          <a:p>
            <a:pPr>
              <a:defRPr/>
            </a:pPr>
            <a:r>
              <a:rPr lang="ru-RU" sz="2800" dirty="0"/>
              <a:t>(среди всех сессий)</a:t>
            </a:r>
            <a:endParaRPr lang="en-US" sz="2800" dirty="0"/>
          </a:p>
        </c:rich>
      </c:tx>
      <c:layout>
        <c:manualLayout>
          <c:xMode val="edge"/>
          <c:yMode val="edge"/>
          <c:x val="0.17952374128108436"/>
          <c:y val="3.891385203682317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'Query result'!$B$1</c:f>
              <c:strCache>
                <c:ptCount val="1"/>
                <c:pt idx="0">
                  <c:v>share_long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98000"/>
                    <a:hueMod val="94000"/>
                    <a:satMod val="130000"/>
                    <a:lumMod val="128000"/>
                  </a:schemeClr>
                </a:gs>
                <a:gs pos="100000">
                  <a:schemeClr val="accent1">
                    <a:shade val="94000"/>
                    <a:lumMod val="8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46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/>
            </a:scene3d>
            <a:sp3d prstMaterial="plastic">
              <a:bevelT w="25400" h="254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'Query result'!$A$2:$A$11</c:f>
              <c:numCache>
                <c:formatCode>m/d/yyyy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'Query result'!$B$2:$B$11</c:f>
              <c:numCache>
                <c:formatCode>#\ ##0.##</c:formatCode>
                <c:ptCount val="10"/>
                <c:pt idx="0">
                  <c:v>0.66811751904243744</c:v>
                </c:pt>
                <c:pt idx="1">
                  <c:v>0.69244288224956063</c:v>
                </c:pt>
                <c:pt idx="2">
                  <c:v>0.69154518950437316</c:v>
                </c:pt>
                <c:pt idx="3">
                  <c:v>0.6843559977888336</c:v>
                </c:pt>
                <c:pt idx="4">
                  <c:v>0.63607342378292098</c:v>
                </c:pt>
                <c:pt idx="5">
                  <c:v>0.56372549019607843</c:v>
                </c:pt>
                <c:pt idx="6">
                  <c:v>0.65014084507042258</c:v>
                </c:pt>
                <c:pt idx="7">
                  <c:v>0.66941128036228903</c:v>
                </c:pt>
                <c:pt idx="8">
                  <c:v>0.6426187419768935</c:v>
                </c:pt>
                <c:pt idx="9">
                  <c:v>0.70027752081406103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202-476B-A69B-09B1951D107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876352239"/>
        <c:axId val="876350575"/>
      </c:barChart>
      <c:dateAx>
        <c:axId val="876352239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876350575"/>
        <c:crosses val="autoZero"/>
        <c:auto val="1"/>
        <c:lblOffset val="100"/>
        <c:baseTimeUnit val="months"/>
      </c:dateAx>
      <c:valAx>
        <c:axId val="876350575"/>
        <c:scaling>
          <c:orientation val="minMax"/>
          <c:min val="0.4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#\ ##0.##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8763522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ru-RU" sz="2800" dirty="0"/>
              <a:t>Динамика длительности </a:t>
            </a:r>
          </a:p>
          <a:p>
            <a:pPr>
              <a:defRPr/>
            </a:pPr>
            <a:r>
              <a:rPr lang="ru-RU" sz="2800" dirty="0"/>
              <a:t>1 игровой сессии (в часах)</a:t>
            </a:r>
            <a:endParaRPr lang="en-US" sz="28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>
        <c:manualLayout>
          <c:layoutTarget val="inner"/>
          <c:xMode val="edge"/>
          <c:yMode val="edge"/>
          <c:x val="5.2055555555555556E-2"/>
          <c:y val="0.19486111111111112"/>
          <c:w val="0.90364107611548561"/>
          <c:h val="0.6014986147564888"/>
        </c:manualLayout>
      </c:layout>
      <c:lineChart>
        <c:grouping val="standard"/>
        <c:varyColors val="0"/>
        <c:ser>
          <c:idx val="0"/>
          <c:order val="0"/>
          <c:tx>
            <c:strRef>
              <c:f>'Query result'!$B$1</c:f>
              <c:strCache>
                <c:ptCount val="1"/>
                <c:pt idx="0">
                  <c:v>avg_len</c:v>
                </c:pt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>
              <a:outerShdw blurRad="50800" dist="38100" dir="5400000" rotWithShape="0">
                <a:srgbClr val="000000">
                  <a:alpha val="46000"/>
                </a:srgbClr>
              </a:outerShdw>
            </a:effectLst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'Query result'!$A$2:$A$11</c:f>
              <c:numCache>
                <c:formatCode>m/d/yyyy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'Query result'!$B$2:$B$11</c:f>
              <c:numCache>
                <c:formatCode>#\ ##0.##</c:formatCode>
                <c:ptCount val="10"/>
                <c:pt idx="0">
                  <c:v>2.2188248095756258</c:v>
                </c:pt>
                <c:pt idx="1">
                  <c:v>2.3230326108181996</c:v>
                </c:pt>
                <c:pt idx="2">
                  <c:v>2.2760932944606416</c:v>
                </c:pt>
                <c:pt idx="3">
                  <c:v>2.3715035931453841</c:v>
                </c:pt>
                <c:pt idx="4">
                  <c:v>2.5163474328278799</c:v>
                </c:pt>
                <c:pt idx="5">
                  <c:v>2.731181917211329</c:v>
                </c:pt>
                <c:pt idx="6">
                  <c:v>2.3998779342723005</c:v>
                </c:pt>
                <c:pt idx="7">
                  <c:v>2.2895430218196791</c:v>
                </c:pt>
                <c:pt idx="8">
                  <c:v>5.5359777492511766</c:v>
                </c:pt>
                <c:pt idx="9">
                  <c:v>2.3343766060232296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719-4A77-B17A-FC27D2945BEA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968431215"/>
        <c:axId val="1968415823"/>
      </c:lineChart>
      <c:dateAx>
        <c:axId val="1968431215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lt1">
                <a:lumMod val="95000"/>
                <a:alpha val="1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968415823"/>
        <c:crosses val="autoZero"/>
        <c:auto val="1"/>
        <c:lblOffset val="100"/>
        <c:baseTimeUnit val="months"/>
      </c:dateAx>
      <c:valAx>
        <c:axId val="1968415823"/>
        <c:scaling>
          <c:orientation val="minMax"/>
          <c:min val="1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#\ ##0.##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96843121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ru-RU" sz="2800" dirty="0"/>
              <a:t>Динамика </a:t>
            </a:r>
            <a:r>
              <a:rPr lang="en-US" sz="2800" dirty="0"/>
              <a:t>DAU, WAU, MAU</a:t>
            </a:r>
          </a:p>
          <a:p>
            <a:pPr>
              <a:defRPr/>
            </a:pPr>
            <a:endParaRPr lang="ru-RU" dirty="0"/>
          </a:p>
        </c:rich>
      </c:tx>
      <c:layout>
        <c:manualLayout>
          <c:xMode val="edge"/>
          <c:yMode val="edge"/>
          <c:x val="0.2116963532416638"/>
          <c:y val="3.063781663147149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DAU!$B$1</c:f>
              <c:strCache>
                <c:ptCount val="1"/>
                <c:pt idx="0">
                  <c:v>DAU</c:v>
                </c:pt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>
              <a:outerShdw blurRad="50800" dist="38100" dir="5400000" rotWithShape="0">
                <a:srgbClr val="000000">
                  <a:alpha val="46000"/>
                </a:srgbClr>
              </a:outerShdw>
            </a:effectLst>
          </c:spPr>
          <c:marker>
            <c:symbol val="none"/>
          </c:marker>
          <c:dLbls>
            <c:dLbl>
              <c:idx val="258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33FB-44CB-8366-3F9BB86985A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DAU!$A$4:$A$304</c:f>
              <c:numCache>
                <c:formatCode>m/d/yyyy</c:formatCode>
                <c:ptCount val="301"/>
                <c:pt idx="0">
                  <c:v>44746</c:v>
                </c:pt>
                <c:pt idx="1">
                  <c:v>44747</c:v>
                </c:pt>
                <c:pt idx="2">
                  <c:v>44748</c:v>
                </c:pt>
                <c:pt idx="3">
                  <c:v>44749</c:v>
                </c:pt>
                <c:pt idx="4">
                  <c:v>44750</c:v>
                </c:pt>
                <c:pt idx="5">
                  <c:v>44751</c:v>
                </c:pt>
                <c:pt idx="6">
                  <c:v>44752</c:v>
                </c:pt>
                <c:pt idx="7">
                  <c:v>44753</c:v>
                </c:pt>
                <c:pt idx="8">
                  <c:v>44754</c:v>
                </c:pt>
                <c:pt idx="9">
                  <c:v>44755</c:v>
                </c:pt>
                <c:pt idx="10">
                  <c:v>44756</c:v>
                </c:pt>
                <c:pt idx="11">
                  <c:v>44757</c:v>
                </c:pt>
                <c:pt idx="12">
                  <c:v>44758</c:v>
                </c:pt>
                <c:pt idx="13">
                  <c:v>44759</c:v>
                </c:pt>
                <c:pt idx="14">
                  <c:v>44760</c:v>
                </c:pt>
                <c:pt idx="15">
                  <c:v>44761</c:v>
                </c:pt>
                <c:pt idx="16">
                  <c:v>44762</c:v>
                </c:pt>
                <c:pt idx="17">
                  <c:v>44763</c:v>
                </c:pt>
                <c:pt idx="18">
                  <c:v>44764</c:v>
                </c:pt>
                <c:pt idx="19">
                  <c:v>44765</c:v>
                </c:pt>
                <c:pt idx="20">
                  <c:v>44766</c:v>
                </c:pt>
                <c:pt idx="21">
                  <c:v>44767</c:v>
                </c:pt>
                <c:pt idx="22">
                  <c:v>44768</c:v>
                </c:pt>
                <c:pt idx="23">
                  <c:v>44769</c:v>
                </c:pt>
                <c:pt idx="24">
                  <c:v>44770</c:v>
                </c:pt>
                <c:pt idx="25">
                  <c:v>44771</c:v>
                </c:pt>
                <c:pt idx="26">
                  <c:v>44772</c:v>
                </c:pt>
                <c:pt idx="27">
                  <c:v>44773</c:v>
                </c:pt>
                <c:pt idx="28">
                  <c:v>44774</c:v>
                </c:pt>
                <c:pt idx="29">
                  <c:v>44775</c:v>
                </c:pt>
                <c:pt idx="30">
                  <c:v>44776</c:v>
                </c:pt>
                <c:pt idx="31">
                  <c:v>44777</c:v>
                </c:pt>
                <c:pt idx="32">
                  <c:v>44778</c:v>
                </c:pt>
                <c:pt idx="33">
                  <c:v>44779</c:v>
                </c:pt>
                <c:pt idx="34">
                  <c:v>44780</c:v>
                </c:pt>
                <c:pt idx="35">
                  <c:v>44781</c:v>
                </c:pt>
                <c:pt idx="36">
                  <c:v>44782</c:v>
                </c:pt>
                <c:pt idx="37">
                  <c:v>44783</c:v>
                </c:pt>
                <c:pt idx="38">
                  <c:v>44784</c:v>
                </c:pt>
                <c:pt idx="39">
                  <c:v>44785</c:v>
                </c:pt>
                <c:pt idx="40">
                  <c:v>44786</c:v>
                </c:pt>
                <c:pt idx="41">
                  <c:v>44787</c:v>
                </c:pt>
                <c:pt idx="42">
                  <c:v>44788</c:v>
                </c:pt>
                <c:pt idx="43">
                  <c:v>44789</c:v>
                </c:pt>
                <c:pt idx="44">
                  <c:v>44790</c:v>
                </c:pt>
                <c:pt idx="45">
                  <c:v>44791</c:v>
                </c:pt>
                <c:pt idx="46">
                  <c:v>44792</c:v>
                </c:pt>
                <c:pt idx="47">
                  <c:v>44793</c:v>
                </c:pt>
                <c:pt idx="48">
                  <c:v>44794</c:v>
                </c:pt>
                <c:pt idx="49">
                  <c:v>44795</c:v>
                </c:pt>
                <c:pt idx="50">
                  <c:v>44796</c:v>
                </c:pt>
                <c:pt idx="51">
                  <c:v>44797</c:v>
                </c:pt>
                <c:pt idx="52">
                  <c:v>44798</c:v>
                </c:pt>
                <c:pt idx="53">
                  <c:v>44799</c:v>
                </c:pt>
                <c:pt idx="54">
                  <c:v>44800</c:v>
                </c:pt>
                <c:pt idx="55">
                  <c:v>44801</c:v>
                </c:pt>
                <c:pt idx="56">
                  <c:v>44802</c:v>
                </c:pt>
                <c:pt idx="57">
                  <c:v>44803</c:v>
                </c:pt>
                <c:pt idx="58">
                  <c:v>44804</c:v>
                </c:pt>
                <c:pt idx="59">
                  <c:v>44805</c:v>
                </c:pt>
                <c:pt idx="60">
                  <c:v>44806</c:v>
                </c:pt>
                <c:pt idx="61">
                  <c:v>44807</c:v>
                </c:pt>
                <c:pt idx="62">
                  <c:v>44808</c:v>
                </c:pt>
                <c:pt idx="63">
                  <c:v>44809</c:v>
                </c:pt>
                <c:pt idx="64">
                  <c:v>44810</c:v>
                </c:pt>
                <c:pt idx="65">
                  <c:v>44811</c:v>
                </c:pt>
                <c:pt idx="66">
                  <c:v>44812</c:v>
                </c:pt>
                <c:pt idx="67">
                  <c:v>44813</c:v>
                </c:pt>
                <c:pt idx="68">
                  <c:v>44814</c:v>
                </c:pt>
                <c:pt idx="69">
                  <c:v>44815</c:v>
                </c:pt>
                <c:pt idx="70">
                  <c:v>44816</c:v>
                </c:pt>
                <c:pt idx="71">
                  <c:v>44817</c:v>
                </c:pt>
                <c:pt idx="72">
                  <c:v>44818</c:v>
                </c:pt>
                <c:pt idx="73">
                  <c:v>44819</c:v>
                </c:pt>
                <c:pt idx="74">
                  <c:v>44820</c:v>
                </c:pt>
                <c:pt idx="75">
                  <c:v>44821</c:v>
                </c:pt>
                <c:pt idx="76">
                  <c:v>44822</c:v>
                </c:pt>
                <c:pt idx="77">
                  <c:v>44823</c:v>
                </c:pt>
                <c:pt idx="78">
                  <c:v>44824</c:v>
                </c:pt>
                <c:pt idx="79">
                  <c:v>44825</c:v>
                </c:pt>
                <c:pt idx="80">
                  <c:v>44826</c:v>
                </c:pt>
                <c:pt idx="81">
                  <c:v>44827</c:v>
                </c:pt>
                <c:pt idx="82">
                  <c:v>44828</c:v>
                </c:pt>
                <c:pt idx="83">
                  <c:v>44829</c:v>
                </c:pt>
                <c:pt idx="84">
                  <c:v>44830</c:v>
                </c:pt>
                <c:pt idx="85">
                  <c:v>44831</c:v>
                </c:pt>
                <c:pt idx="86">
                  <c:v>44832</c:v>
                </c:pt>
                <c:pt idx="87">
                  <c:v>44833</c:v>
                </c:pt>
                <c:pt idx="88">
                  <c:v>44834</c:v>
                </c:pt>
                <c:pt idx="89">
                  <c:v>44835</c:v>
                </c:pt>
                <c:pt idx="90">
                  <c:v>44836</c:v>
                </c:pt>
                <c:pt idx="91">
                  <c:v>44837</c:v>
                </c:pt>
                <c:pt idx="92">
                  <c:v>44838</c:v>
                </c:pt>
                <c:pt idx="93">
                  <c:v>44839</c:v>
                </c:pt>
                <c:pt idx="94">
                  <c:v>44840</c:v>
                </c:pt>
                <c:pt idx="95">
                  <c:v>44841</c:v>
                </c:pt>
                <c:pt idx="96">
                  <c:v>44842</c:v>
                </c:pt>
                <c:pt idx="97">
                  <c:v>44843</c:v>
                </c:pt>
                <c:pt idx="98">
                  <c:v>44844</c:v>
                </c:pt>
                <c:pt idx="99">
                  <c:v>44845</c:v>
                </c:pt>
                <c:pt idx="100">
                  <c:v>44846</c:v>
                </c:pt>
                <c:pt idx="101">
                  <c:v>44847</c:v>
                </c:pt>
                <c:pt idx="102">
                  <c:v>44848</c:v>
                </c:pt>
                <c:pt idx="103">
                  <c:v>44849</c:v>
                </c:pt>
                <c:pt idx="104">
                  <c:v>44850</c:v>
                </c:pt>
                <c:pt idx="105">
                  <c:v>44851</c:v>
                </c:pt>
                <c:pt idx="106">
                  <c:v>44852</c:v>
                </c:pt>
                <c:pt idx="107">
                  <c:v>44853</c:v>
                </c:pt>
                <c:pt idx="108">
                  <c:v>44854</c:v>
                </c:pt>
                <c:pt idx="109">
                  <c:v>44855</c:v>
                </c:pt>
                <c:pt idx="110">
                  <c:v>44856</c:v>
                </c:pt>
                <c:pt idx="111">
                  <c:v>44857</c:v>
                </c:pt>
                <c:pt idx="112">
                  <c:v>44858</c:v>
                </c:pt>
                <c:pt idx="113">
                  <c:v>44859</c:v>
                </c:pt>
                <c:pt idx="114">
                  <c:v>44860</c:v>
                </c:pt>
                <c:pt idx="115">
                  <c:v>44861</c:v>
                </c:pt>
                <c:pt idx="116">
                  <c:v>44862</c:v>
                </c:pt>
                <c:pt idx="117">
                  <c:v>44863</c:v>
                </c:pt>
                <c:pt idx="118">
                  <c:v>44864</c:v>
                </c:pt>
                <c:pt idx="119">
                  <c:v>44865</c:v>
                </c:pt>
                <c:pt idx="120">
                  <c:v>44866</c:v>
                </c:pt>
                <c:pt idx="121">
                  <c:v>44867</c:v>
                </c:pt>
                <c:pt idx="122">
                  <c:v>44868</c:v>
                </c:pt>
                <c:pt idx="123">
                  <c:v>44869</c:v>
                </c:pt>
                <c:pt idx="124">
                  <c:v>44870</c:v>
                </c:pt>
                <c:pt idx="125">
                  <c:v>44871</c:v>
                </c:pt>
                <c:pt idx="126">
                  <c:v>44872</c:v>
                </c:pt>
                <c:pt idx="127">
                  <c:v>44873</c:v>
                </c:pt>
                <c:pt idx="128">
                  <c:v>44874</c:v>
                </c:pt>
                <c:pt idx="129">
                  <c:v>44875</c:v>
                </c:pt>
                <c:pt idx="130">
                  <c:v>44876</c:v>
                </c:pt>
                <c:pt idx="131">
                  <c:v>44877</c:v>
                </c:pt>
                <c:pt idx="132">
                  <c:v>44878</c:v>
                </c:pt>
                <c:pt idx="133">
                  <c:v>44879</c:v>
                </c:pt>
                <c:pt idx="134">
                  <c:v>44880</c:v>
                </c:pt>
                <c:pt idx="135">
                  <c:v>44881</c:v>
                </c:pt>
                <c:pt idx="136">
                  <c:v>44882</c:v>
                </c:pt>
                <c:pt idx="137">
                  <c:v>44883</c:v>
                </c:pt>
                <c:pt idx="138">
                  <c:v>44884</c:v>
                </c:pt>
                <c:pt idx="139">
                  <c:v>44885</c:v>
                </c:pt>
                <c:pt idx="140">
                  <c:v>44886</c:v>
                </c:pt>
                <c:pt idx="141">
                  <c:v>44887</c:v>
                </c:pt>
                <c:pt idx="142">
                  <c:v>44888</c:v>
                </c:pt>
                <c:pt idx="143">
                  <c:v>44889</c:v>
                </c:pt>
                <c:pt idx="144">
                  <c:v>44890</c:v>
                </c:pt>
                <c:pt idx="145">
                  <c:v>44891</c:v>
                </c:pt>
                <c:pt idx="146">
                  <c:v>44892</c:v>
                </c:pt>
                <c:pt idx="147">
                  <c:v>44893</c:v>
                </c:pt>
                <c:pt idx="148">
                  <c:v>44894</c:v>
                </c:pt>
                <c:pt idx="149">
                  <c:v>44895</c:v>
                </c:pt>
                <c:pt idx="150">
                  <c:v>44896</c:v>
                </c:pt>
                <c:pt idx="151">
                  <c:v>44897</c:v>
                </c:pt>
                <c:pt idx="152">
                  <c:v>44898</c:v>
                </c:pt>
                <c:pt idx="153">
                  <c:v>44899</c:v>
                </c:pt>
                <c:pt idx="154">
                  <c:v>44900</c:v>
                </c:pt>
                <c:pt idx="155">
                  <c:v>44901</c:v>
                </c:pt>
                <c:pt idx="156">
                  <c:v>44902</c:v>
                </c:pt>
                <c:pt idx="157">
                  <c:v>44903</c:v>
                </c:pt>
                <c:pt idx="158">
                  <c:v>44904</c:v>
                </c:pt>
                <c:pt idx="159">
                  <c:v>44905</c:v>
                </c:pt>
                <c:pt idx="160">
                  <c:v>44906</c:v>
                </c:pt>
                <c:pt idx="161">
                  <c:v>44907</c:v>
                </c:pt>
                <c:pt idx="162">
                  <c:v>44908</c:v>
                </c:pt>
                <c:pt idx="163">
                  <c:v>44909</c:v>
                </c:pt>
                <c:pt idx="164">
                  <c:v>44910</c:v>
                </c:pt>
                <c:pt idx="165">
                  <c:v>44911</c:v>
                </c:pt>
                <c:pt idx="166">
                  <c:v>44912</c:v>
                </c:pt>
                <c:pt idx="167">
                  <c:v>44913</c:v>
                </c:pt>
                <c:pt idx="168">
                  <c:v>44914</c:v>
                </c:pt>
                <c:pt idx="169">
                  <c:v>44915</c:v>
                </c:pt>
                <c:pt idx="170">
                  <c:v>44916</c:v>
                </c:pt>
                <c:pt idx="171">
                  <c:v>44917</c:v>
                </c:pt>
                <c:pt idx="172">
                  <c:v>44918</c:v>
                </c:pt>
                <c:pt idx="173">
                  <c:v>44919</c:v>
                </c:pt>
                <c:pt idx="174">
                  <c:v>44920</c:v>
                </c:pt>
                <c:pt idx="175">
                  <c:v>44921</c:v>
                </c:pt>
                <c:pt idx="176">
                  <c:v>44922</c:v>
                </c:pt>
                <c:pt idx="177">
                  <c:v>44923</c:v>
                </c:pt>
                <c:pt idx="178">
                  <c:v>44924</c:v>
                </c:pt>
                <c:pt idx="179">
                  <c:v>44925</c:v>
                </c:pt>
                <c:pt idx="180">
                  <c:v>44926</c:v>
                </c:pt>
                <c:pt idx="181">
                  <c:v>44927</c:v>
                </c:pt>
                <c:pt idx="182">
                  <c:v>44928</c:v>
                </c:pt>
                <c:pt idx="183">
                  <c:v>44929</c:v>
                </c:pt>
                <c:pt idx="184">
                  <c:v>44930</c:v>
                </c:pt>
                <c:pt idx="185">
                  <c:v>44931</c:v>
                </c:pt>
                <c:pt idx="186">
                  <c:v>44932</c:v>
                </c:pt>
                <c:pt idx="187">
                  <c:v>44933</c:v>
                </c:pt>
                <c:pt idx="188">
                  <c:v>44934</c:v>
                </c:pt>
                <c:pt idx="189">
                  <c:v>44935</c:v>
                </c:pt>
                <c:pt idx="190">
                  <c:v>44936</c:v>
                </c:pt>
                <c:pt idx="191">
                  <c:v>44937</c:v>
                </c:pt>
                <c:pt idx="192">
                  <c:v>44938</c:v>
                </c:pt>
                <c:pt idx="193">
                  <c:v>44939</c:v>
                </c:pt>
                <c:pt idx="194">
                  <c:v>44940</c:v>
                </c:pt>
                <c:pt idx="195">
                  <c:v>44941</c:v>
                </c:pt>
                <c:pt idx="196">
                  <c:v>44942</c:v>
                </c:pt>
                <c:pt idx="197">
                  <c:v>44943</c:v>
                </c:pt>
                <c:pt idx="198">
                  <c:v>44944</c:v>
                </c:pt>
                <c:pt idx="199">
                  <c:v>44945</c:v>
                </c:pt>
                <c:pt idx="200">
                  <c:v>44946</c:v>
                </c:pt>
                <c:pt idx="201">
                  <c:v>44947</c:v>
                </c:pt>
                <c:pt idx="202">
                  <c:v>44948</c:v>
                </c:pt>
                <c:pt idx="203">
                  <c:v>44949</c:v>
                </c:pt>
                <c:pt idx="204">
                  <c:v>44950</c:v>
                </c:pt>
                <c:pt idx="205">
                  <c:v>44951</c:v>
                </c:pt>
                <c:pt idx="206">
                  <c:v>44952</c:v>
                </c:pt>
                <c:pt idx="207">
                  <c:v>44953</c:v>
                </c:pt>
                <c:pt idx="208">
                  <c:v>44954</c:v>
                </c:pt>
                <c:pt idx="209">
                  <c:v>44955</c:v>
                </c:pt>
                <c:pt idx="210">
                  <c:v>44956</c:v>
                </c:pt>
                <c:pt idx="211">
                  <c:v>44957</c:v>
                </c:pt>
                <c:pt idx="212">
                  <c:v>44958</c:v>
                </c:pt>
                <c:pt idx="213">
                  <c:v>44959</c:v>
                </c:pt>
                <c:pt idx="214">
                  <c:v>44960</c:v>
                </c:pt>
                <c:pt idx="215">
                  <c:v>44961</c:v>
                </c:pt>
                <c:pt idx="216">
                  <c:v>44962</c:v>
                </c:pt>
                <c:pt idx="217">
                  <c:v>44963</c:v>
                </c:pt>
                <c:pt idx="218">
                  <c:v>44964</c:v>
                </c:pt>
                <c:pt idx="219">
                  <c:v>44965</c:v>
                </c:pt>
                <c:pt idx="220">
                  <c:v>44966</c:v>
                </c:pt>
                <c:pt idx="221">
                  <c:v>44967</c:v>
                </c:pt>
                <c:pt idx="222">
                  <c:v>44968</c:v>
                </c:pt>
                <c:pt idx="223">
                  <c:v>44969</c:v>
                </c:pt>
                <c:pt idx="224">
                  <c:v>44970</c:v>
                </c:pt>
                <c:pt idx="225">
                  <c:v>44971</c:v>
                </c:pt>
                <c:pt idx="226">
                  <c:v>44972</c:v>
                </c:pt>
                <c:pt idx="227">
                  <c:v>44973</c:v>
                </c:pt>
                <c:pt idx="228">
                  <c:v>44974</c:v>
                </c:pt>
                <c:pt idx="229">
                  <c:v>44975</c:v>
                </c:pt>
                <c:pt idx="230">
                  <c:v>44976</c:v>
                </c:pt>
                <c:pt idx="231">
                  <c:v>44977</c:v>
                </c:pt>
                <c:pt idx="232">
                  <c:v>44978</c:v>
                </c:pt>
                <c:pt idx="233">
                  <c:v>44979</c:v>
                </c:pt>
                <c:pt idx="234">
                  <c:v>44980</c:v>
                </c:pt>
                <c:pt idx="235">
                  <c:v>44981</c:v>
                </c:pt>
                <c:pt idx="236">
                  <c:v>44982</c:v>
                </c:pt>
                <c:pt idx="237">
                  <c:v>44983</c:v>
                </c:pt>
                <c:pt idx="238">
                  <c:v>44984</c:v>
                </c:pt>
                <c:pt idx="239">
                  <c:v>44985</c:v>
                </c:pt>
                <c:pt idx="240">
                  <c:v>44986</c:v>
                </c:pt>
                <c:pt idx="241">
                  <c:v>44987</c:v>
                </c:pt>
                <c:pt idx="242">
                  <c:v>44988</c:v>
                </c:pt>
                <c:pt idx="243">
                  <c:v>44989</c:v>
                </c:pt>
                <c:pt idx="244">
                  <c:v>44990</c:v>
                </c:pt>
                <c:pt idx="245">
                  <c:v>44991</c:v>
                </c:pt>
                <c:pt idx="246">
                  <c:v>44992</c:v>
                </c:pt>
                <c:pt idx="247">
                  <c:v>44993</c:v>
                </c:pt>
                <c:pt idx="248">
                  <c:v>44994</c:v>
                </c:pt>
                <c:pt idx="249">
                  <c:v>44995</c:v>
                </c:pt>
                <c:pt idx="250">
                  <c:v>44996</c:v>
                </c:pt>
                <c:pt idx="251">
                  <c:v>44997</c:v>
                </c:pt>
                <c:pt idx="252">
                  <c:v>44998</c:v>
                </c:pt>
                <c:pt idx="253">
                  <c:v>44999</c:v>
                </c:pt>
                <c:pt idx="254">
                  <c:v>45000</c:v>
                </c:pt>
                <c:pt idx="255">
                  <c:v>45001</c:v>
                </c:pt>
                <c:pt idx="256">
                  <c:v>45002</c:v>
                </c:pt>
                <c:pt idx="257">
                  <c:v>45003</c:v>
                </c:pt>
                <c:pt idx="258">
                  <c:v>45004</c:v>
                </c:pt>
                <c:pt idx="259">
                  <c:v>45005</c:v>
                </c:pt>
                <c:pt idx="260">
                  <c:v>45006</c:v>
                </c:pt>
                <c:pt idx="261">
                  <c:v>45007</c:v>
                </c:pt>
                <c:pt idx="262">
                  <c:v>45008</c:v>
                </c:pt>
                <c:pt idx="263">
                  <c:v>45009</c:v>
                </c:pt>
                <c:pt idx="264">
                  <c:v>45010</c:v>
                </c:pt>
                <c:pt idx="265">
                  <c:v>45011</c:v>
                </c:pt>
                <c:pt idx="266">
                  <c:v>45012</c:v>
                </c:pt>
                <c:pt idx="267">
                  <c:v>45013</c:v>
                </c:pt>
                <c:pt idx="268">
                  <c:v>45014</c:v>
                </c:pt>
                <c:pt idx="269">
                  <c:v>45015</c:v>
                </c:pt>
                <c:pt idx="270">
                  <c:v>45016</c:v>
                </c:pt>
                <c:pt idx="271">
                  <c:v>45017</c:v>
                </c:pt>
                <c:pt idx="272">
                  <c:v>45018</c:v>
                </c:pt>
                <c:pt idx="273">
                  <c:v>45019</c:v>
                </c:pt>
                <c:pt idx="274">
                  <c:v>45020</c:v>
                </c:pt>
                <c:pt idx="275">
                  <c:v>45021</c:v>
                </c:pt>
                <c:pt idx="276">
                  <c:v>45022</c:v>
                </c:pt>
                <c:pt idx="277">
                  <c:v>45023</c:v>
                </c:pt>
                <c:pt idx="278">
                  <c:v>45024</c:v>
                </c:pt>
                <c:pt idx="279">
                  <c:v>45025</c:v>
                </c:pt>
                <c:pt idx="280">
                  <c:v>45026</c:v>
                </c:pt>
                <c:pt idx="281">
                  <c:v>45027</c:v>
                </c:pt>
                <c:pt idx="282">
                  <c:v>45028</c:v>
                </c:pt>
                <c:pt idx="283">
                  <c:v>45029</c:v>
                </c:pt>
                <c:pt idx="284">
                  <c:v>45030</c:v>
                </c:pt>
                <c:pt idx="285">
                  <c:v>45031</c:v>
                </c:pt>
                <c:pt idx="286">
                  <c:v>45032</c:v>
                </c:pt>
                <c:pt idx="287">
                  <c:v>45033</c:v>
                </c:pt>
                <c:pt idx="288">
                  <c:v>45034</c:v>
                </c:pt>
                <c:pt idx="289">
                  <c:v>45035</c:v>
                </c:pt>
                <c:pt idx="290">
                  <c:v>45036</c:v>
                </c:pt>
                <c:pt idx="291">
                  <c:v>45037</c:v>
                </c:pt>
                <c:pt idx="292">
                  <c:v>45038</c:v>
                </c:pt>
                <c:pt idx="293">
                  <c:v>45039</c:v>
                </c:pt>
                <c:pt idx="294">
                  <c:v>45040</c:v>
                </c:pt>
                <c:pt idx="295">
                  <c:v>45041</c:v>
                </c:pt>
                <c:pt idx="296">
                  <c:v>45042</c:v>
                </c:pt>
                <c:pt idx="297">
                  <c:v>45043</c:v>
                </c:pt>
                <c:pt idx="298">
                  <c:v>45044</c:v>
                </c:pt>
                <c:pt idx="299">
                  <c:v>45045</c:v>
                </c:pt>
                <c:pt idx="300">
                  <c:v>45046</c:v>
                </c:pt>
              </c:numCache>
              <c:extLst/>
            </c:numRef>
          </c:cat>
          <c:val>
            <c:numRef>
              <c:f>DAU!$B$4:$B$304</c:f>
              <c:numCache>
                <c:formatCode>#,##0</c:formatCode>
                <c:ptCount val="301"/>
                <c:pt idx="0">
                  <c:v>5</c:v>
                </c:pt>
                <c:pt idx="1">
                  <c:v>10</c:v>
                </c:pt>
                <c:pt idx="2">
                  <c:v>5</c:v>
                </c:pt>
                <c:pt idx="3">
                  <c:v>13</c:v>
                </c:pt>
                <c:pt idx="4">
                  <c:v>22</c:v>
                </c:pt>
                <c:pt idx="5">
                  <c:v>22</c:v>
                </c:pt>
                <c:pt idx="6">
                  <c:v>26</c:v>
                </c:pt>
                <c:pt idx="7">
                  <c:v>23</c:v>
                </c:pt>
                <c:pt idx="8">
                  <c:v>24</c:v>
                </c:pt>
                <c:pt idx="9">
                  <c:v>30</c:v>
                </c:pt>
                <c:pt idx="10">
                  <c:v>32</c:v>
                </c:pt>
                <c:pt idx="11">
                  <c:v>25</c:v>
                </c:pt>
                <c:pt idx="12">
                  <c:v>34</c:v>
                </c:pt>
                <c:pt idx="13">
                  <c:v>39</c:v>
                </c:pt>
                <c:pt idx="14">
                  <c:v>22</c:v>
                </c:pt>
                <c:pt idx="15">
                  <c:v>38</c:v>
                </c:pt>
                <c:pt idx="16">
                  <c:v>34</c:v>
                </c:pt>
                <c:pt idx="17">
                  <c:v>50</c:v>
                </c:pt>
                <c:pt idx="18">
                  <c:v>43</c:v>
                </c:pt>
                <c:pt idx="19">
                  <c:v>43</c:v>
                </c:pt>
                <c:pt idx="20">
                  <c:v>53</c:v>
                </c:pt>
                <c:pt idx="21">
                  <c:v>63</c:v>
                </c:pt>
                <c:pt idx="22">
                  <c:v>48</c:v>
                </c:pt>
                <c:pt idx="23">
                  <c:v>59</c:v>
                </c:pt>
                <c:pt idx="24">
                  <c:v>59</c:v>
                </c:pt>
                <c:pt idx="25">
                  <c:v>61</c:v>
                </c:pt>
                <c:pt idx="26">
                  <c:v>64</c:v>
                </c:pt>
                <c:pt idx="27">
                  <c:v>64</c:v>
                </c:pt>
                <c:pt idx="28">
                  <c:v>52</c:v>
                </c:pt>
                <c:pt idx="29">
                  <c:v>62</c:v>
                </c:pt>
                <c:pt idx="30">
                  <c:v>55</c:v>
                </c:pt>
                <c:pt idx="31">
                  <c:v>60</c:v>
                </c:pt>
                <c:pt idx="32">
                  <c:v>52</c:v>
                </c:pt>
                <c:pt idx="33">
                  <c:v>62</c:v>
                </c:pt>
                <c:pt idx="34">
                  <c:v>59</c:v>
                </c:pt>
                <c:pt idx="35">
                  <c:v>58</c:v>
                </c:pt>
                <c:pt idx="36">
                  <c:v>53</c:v>
                </c:pt>
                <c:pt idx="37">
                  <c:v>55</c:v>
                </c:pt>
                <c:pt idx="38">
                  <c:v>65</c:v>
                </c:pt>
                <c:pt idx="39">
                  <c:v>54</c:v>
                </c:pt>
                <c:pt idx="40">
                  <c:v>74</c:v>
                </c:pt>
                <c:pt idx="41">
                  <c:v>59</c:v>
                </c:pt>
                <c:pt idx="42">
                  <c:v>54</c:v>
                </c:pt>
                <c:pt idx="43">
                  <c:v>68</c:v>
                </c:pt>
                <c:pt idx="44">
                  <c:v>59</c:v>
                </c:pt>
                <c:pt idx="45">
                  <c:v>61</c:v>
                </c:pt>
                <c:pt idx="46">
                  <c:v>58</c:v>
                </c:pt>
                <c:pt idx="47">
                  <c:v>67</c:v>
                </c:pt>
                <c:pt idx="48">
                  <c:v>62</c:v>
                </c:pt>
                <c:pt idx="49">
                  <c:v>53</c:v>
                </c:pt>
                <c:pt idx="50">
                  <c:v>60</c:v>
                </c:pt>
                <c:pt idx="51">
                  <c:v>67</c:v>
                </c:pt>
                <c:pt idx="52">
                  <c:v>67</c:v>
                </c:pt>
                <c:pt idx="53">
                  <c:v>61</c:v>
                </c:pt>
                <c:pt idx="54">
                  <c:v>63</c:v>
                </c:pt>
                <c:pt idx="55">
                  <c:v>61</c:v>
                </c:pt>
                <c:pt idx="56">
                  <c:v>54</c:v>
                </c:pt>
                <c:pt idx="57">
                  <c:v>72</c:v>
                </c:pt>
                <c:pt idx="58">
                  <c:v>54</c:v>
                </c:pt>
                <c:pt idx="59">
                  <c:v>66</c:v>
                </c:pt>
                <c:pt idx="60">
                  <c:v>61</c:v>
                </c:pt>
                <c:pt idx="61">
                  <c:v>58</c:v>
                </c:pt>
                <c:pt idx="62">
                  <c:v>64</c:v>
                </c:pt>
                <c:pt idx="63">
                  <c:v>62</c:v>
                </c:pt>
                <c:pt idx="64">
                  <c:v>46</c:v>
                </c:pt>
                <c:pt idx="65">
                  <c:v>49</c:v>
                </c:pt>
                <c:pt idx="66">
                  <c:v>59</c:v>
                </c:pt>
                <c:pt idx="67">
                  <c:v>60</c:v>
                </c:pt>
                <c:pt idx="68">
                  <c:v>53</c:v>
                </c:pt>
                <c:pt idx="69">
                  <c:v>61</c:v>
                </c:pt>
                <c:pt idx="70">
                  <c:v>58</c:v>
                </c:pt>
                <c:pt idx="71">
                  <c:v>64</c:v>
                </c:pt>
                <c:pt idx="72">
                  <c:v>65</c:v>
                </c:pt>
                <c:pt idx="73">
                  <c:v>74</c:v>
                </c:pt>
                <c:pt idx="74">
                  <c:v>58</c:v>
                </c:pt>
                <c:pt idx="75">
                  <c:v>62</c:v>
                </c:pt>
                <c:pt idx="76">
                  <c:v>69</c:v>
                </c:pt>
                <c:pt idx="77">
                  <c:v>66</c:v>
                </c:pt>
                <c:pt idx="78">
                  <c:v>67</c:v>
                </c:pt>
                <c:pt idx="79">
                  <c:v>71</c:v>
                </c:pt>
                <c:pt idx="80">
                  <c:v>67</c:v>
                </c:pt>
                <c:pt idx="81">
                  <c:v>55</c:v>
                </c:pt>
                <c:pt idx="82">
                  <c:v>58</c:v>
                </c:pt>
                <c:pt idx="83">
                  <c:v>73</c:v>
                </c:pt>
                <c:pt idx="84">
                  <c:v>58</c:v>
                </c:pt>
                <c:pt idx="85">
                  <c:v>76</c:v>
                </c:pt>
                <c:pt idx="86">
                  <c:v>62</c:v>
                </c:pt>
                <c:pt idx="87">
                  <c:v>66</c:v>
                </c:pt>
                <c:pt idx="88">
                  <c:v>59</c:v>
                </c:pt>
                <c:pt idx="89">
                  <c:v>61</c:v>
                </c:pt>
                <c:pt idx="90">
                  <c:v>52</c:v>
                </c:pt>
                <c:pt idx="91">
                  <c:v>69</c:v>
                </c:pt>
                <c:pt idx="92">
                  <c:v>70</c:v>
                </c:pt>
                <c:pt idx="93">
                  <c:v>45</c:v>
                </c:pt>
                <c:pt idx="94">
                  <c:v>77</c:v>
                </c:pt>
                <c:pt idx="95">
                  <c:v>61</c:v>
                </c:pt>
                <c:pt idx="96">
                  <c:v>56</c:v>
                </c:pt>
                <c:pt idx="97">
                  <c:v>66</c:v>
                </c:pt>
                <c:pt idx="98">
                  <c:v>51</c:v>
                </c:pt>
                <c:pt idx="99">
                  <c:v>59</c:v>
                </c:pt>
                <c:pt idx="100">
                  <c:v>65</c:v>
                </c:pt>
                <c:pt idx="101">
                  <c:v>53</c:v>
                </c:pt>
                <c:pt idx="102">
                  <c:v>72</c:v>
                </c:pt>
                <c:pt idx="103">
                  <c:v>62</c:v>
                </c:pt>
                <c:pt idx="104">
                  <c:v>62</c:v>
                </c:pt>
                <c:pt idx="105">
                  <c:v>70</c:v>
                </c:pt>
                <c:pt idx="106">
                  <c:v>62</c:v>
                </c:pt>
                <c:pt idx="107">
                  <c:v>82</c:v>
                </c:pt>
                <c:pt idx="108">
                  <c:v>52</c:v>
                </c:pt>
                <c:pt idx="109">
                  <c:v>65</c:v>
                </c:pt>
                <c:pt idx="110">
                  <c:v>64</c:v>
                </c:pt>
                <c:pt idx="111">
                  <c:v>57</c:v>
                </c:pt>
                <c:pt idx="112">
                  <c:v>58</c:v>
                </c:pt>
                <c:pt idx="113">
                  <c:v>66</c:v>
                </c:pt>
                <c:pt idx="114">
                  <c:v>60</c:v>
                </c:pt>
                <c:pt idx="115">
                  <c:v>55</c:v>
                </c:pt>
                <c:pt idx="116">
                  <c:v>65</c:v>
                </c:pt>
                <c:pt idx="117">
                  <c:v>54</c:v>
                </c:pt>
                <c:pt idx="118">
                  <c:v>66</c:v>
                </c:pt>
                <c:pt idx="119">
                  <c:v>72</c:v>
                </c:pt>
                <c:pt idx="120">
                  <c:v>58</c:v>
                </c:pt>
                <c:pt idx="121">
                  <c:v>55</c:v>
                </c:pt>
                <c:pt idx="122">
                  <c:v>56</c:v>
                </c:pt>
                <c:pt idx="123">
                  <c:v>63</c:v>
                </c:pt>
                <c:pt idx="124">
                  <c:v>69</c:v>
                </c:pt>
                <c:pt idx="125">
                  <c:v>62</c:v>
                </c:pt>
                <c:pt idx="126">
                  <c:v>60</c:v>
                </c:pt>
                <c:pt idx="127">
                  <c:v>60</c:v>
                </c:pt>
                <c:pt idx="128">
                  <c:v>60</c:v>
                </c:pt>
                <c:pt idx="129">
                  <c:v>55</c:v>
                </c:pt>
                <c:pt idx="130">
                  <c:v>62</c:v>
                </c:pt>
                <c:pt idx="131">
                  <c:v>53</c:v>
                </c:pt>
                <c:pt idx="132">
                  <c:v>54</c:v>
                </c:pt>
                <c:pt idx="133">
                  <c:v>46</c:v>
                </c:pt>
                <c:pt idx="134">
                  <c:v>55</c:v>
                </c:pt>
                <c:pt idx="135">
                  <c:v>51</c:v>
                </c:pt>
                <c:pt idx="136">
                  <c:v>58</c:v>
                </c:pt>
                <c:pt idx="137">
                  <c:v>51</c:v>
                </c:pt>
                <c:pt idx="138">
                  <c:v>40</c:v>
                </c:pt>
                <c:pt idx="139">
                  <c:v>50</c:v>
                </c:pt>
                <c:pt idx="140">
                  <c:v>34</c:v>
                </c:pt>
                <c:pt idx="141">
                  <c:v>41</c:v>
                </c:pt>
                <c:pt idx="142">
                  <c:v>39</c:v>
                </c:pt>
                <c:pt idx="143">
                  <c:v>32</c:v>
                </c:pt>
                <c:pt idx="144">
                  <c:v>32</c:v>
                </c:pt>
                <c:pt idx="145">
                  <c:v>31</c:v>
                </c:pt>
                <c:pt idx="146">
                  <c:v>35</c:v>
                </c:pt>
                <c:pt idx="147">
                  <c:v>32</c:v>
                </c:pt>
                <c:pt idx="148">
                  <c:v>23</c:v>
                </c:pt>
                <c:pt idx="149">
                  <c:v>35</c:v>
                </c:pt>
                <c:pt idx="150">
                  <c:v>32</c:v>
                </c:pt>
                <c:pt idx="151">
                  <c:v>25</c:v>
                </c:pt>
                <c:pt idx="152">
                  <c:v>19</c:v>
                </c:pt>
                <c:pt idx="153">
                  <c:v>30</c:v>
                </c:pt>
                <c:pt idx="154">
                  <c:v>23</c:v>
                </c:pt>
                <c:pt idx="155">
                  <c:v>32</c:v>
                </c:pt>
                <c:pt idx="156">
                  <c:v>35</c:v>
                </c:pt>
                <c:pt idx="157">
                  <c:v>29</c:v>
                </c:pt>
                <c:pt idx="158">
                  <c:v>36</c:v>
                </c:pt>
                <c:pt idx="159">
                  <c:v>30</c:v>
                </c:pt>
                <c:pt idx="160">
                  <c:v>25</c:v>
                </c:pt>
                <c:pt idx="161">
                  <c:v>31</c:v>
                </c:pt>
                <c:pt idx="162">
                  <c:v>34</c:v>
                </c:pt>
                <c:pt idx="163">
                  <c:v>22</c:v>
                </c:pt>
                <c:pt idx="164">
                  <c:v>26</c:v>
                </c:pt>
                <c:pt idx="165">
                  <c:v>27</c:v>
                </c:pt>
                <c:pt idx="166">
                  <c:v>28</c:v>
                </c:pt>
                <c:pt idx="167">
                  <c:v>20</c:v>
                </c:pt>
                <c:pt idx="168">
                  <c:v>32</c:v>
                </c:pt>
                <c:pt idx="169">
                  <c:v>28</c:v>
                </c:pt>
                <c:pt idx="170">
                  <c:v>28</c:v>
                </c:pt>
                <c:pt idx="171">
                  <c:v>29</c:v>
                </c:pt>
                <c:pt idx="172">
                  <c:v>36</c:v>
                </c:pt>
                <c:pt idx="173">
                  <c:v>24</c:v>
                </c:pt>
                <c:pt idx="174">
                  <c:v>33</c:v>
                </c:pt>
                <c:pt idx="175">
                  <c:v>26</c:v>
                </c:pt>
                <c:pt idx="176">
                  <c:v>24</c:v>
                </c:pt>
                <c:pt idx="177">
                  <c:v>32</c:v>
                </c:pt>
                <c:pt idx="178">
                  <c:v>29</c:v>
                </c:pt>
                <c:pt idx="179">
                  <c:v>22</c:v>
                </c:pt>
                <c:pt idx="180">
                  <c:v>37</c:v>
                </c:pt>
                <c:pt idx="181">
                  <c:v>24</c:v>
                </c:pt>
                <c:pt idx="182">
                  <c:v>35</c:v>
                </c:pt>
                <c:pt idx="183">
                  <c:v>40</c:v>
                </c:pt>
                <c:pt idx="184">
                  <c:v>46</c:v>
                </c:pt>
                <c:pt idx="185">
                  <c:v>36</c:v>
                </c:pt>
                <c:pt idx="186">
                  <c:v>46</c:v>
                </c:pt>
                <c:pt idx="187">
                  <c:v>35</c:v>
                </c:pt>
                <c:pt idx="188">
                  <c:v>53</c:v>
                </c:pt>
                <c:pt idx="189">
                  <c:v>53</c:v>
                </c:pt>
                <c:pt idx="190">
                  <c:v>52</c:v>
                </c:pt>
                <c:pt idx="191">
                  <c:v>65</c:v>
                </c:pt>
                <c:pt idx="192">
                  <c:v>52</c:v>
                </c:pt>
                <c:pt idx="193">
                  <c:v>62</c:v>
                </c:pt>
                <c:pt idx="194">
                  <c:v>77</c:v>
                </c:pt>
                <c:pt idx="195">
                  <c:v>61</c:v>
                </c:pt>
                <c:pt idx="196">
                  <c:v>70</c:v>
                </c:pt>
                <c:pt idx="197">
                  <c:v>66</c:v>
                </c:pt>
                <c:pt idx="198">
                  <c:v>73</c:v>
                </c:pt>
                <c:pt idx="199">
                  <c:v>73</c:v>
                </c:pt>
                <c:pt idx="200">
                  <c:v>80</c:v>
                </c:pt>
                <c:pt idx="201">
                  <c:v>75</c:v>
                </c:pt>
                <c:pt idx="202">
                  <c:v>90</c:v>
                </c:pt>
                <c:pt idx="203">
                  <c:v>78</c:v>
                </c:pt>
                <c:pt idx="204">
                  <c:v>90</c:v>
                </c:pt>
                <c:pt idx="205">
                  <c:v>88</c:v>
                </c:pt>
                <c:pt idx="206">
                  <c:v>83</c:v>
                </c:pt>
                <c:pt idx="207">
                  <c:v>92</c:v>
                </c:pt>
                <c:pt idx="208">
                  <c:v>99</c:v>
                </c:pt>
                <c:pt idx="209">
                  <c:v>93</c:v>
                </c:pt>
                <c:pt idx="210">
                  <c:v>115</c:v>
                </c:pt>
                <c:pt idx="211">
                  <c:v>108</c:v>
                </c:pt>
                <c:pt idx="212">
                  <c:v>112</c:v>
                </c:pt>
                <c:pt idx="213">
                  <c:v>86</c:v>
                </c:pt>
                <c:pt idx="214">
                  <c:v>98</c:v>
                </c:pt>
                <c:pt idx="215">
                  <c:v>100</c:v>
                </c:pt>
                <c:pt idx="216">
                  <c:v>95</c:v>
                </c:pt>
                <c:pt idx="217">
                  <c:v>98</c:v>
                </c:pt>
                <c:pt idx="218">
                  <c:v>90</c:v>
                </c:pt>
                <c:pt idx="219">
                  <c:v>107</c:v>
                </c:pt>
                <c:pt idx="220">
                  <c:v>101</c:v>
                </c:pt>
                <c:pt idx="221">
                  <c:v>104</c:v>
                </c:pt>
                <c:pt idx="222">
                  <c:v>98</c:v>
                </c:pt>
                <c:pt idx="223">
                  <c:v>101</c:v>
                </c:pt>
                <c:pt idx="224">
                  <c:v>94</c:v>
                </c:pt>
                <c:pt idx="225">
                  <c:v>108</c:v>
                </c:pt>
                <c:pt idx="226">
                  <c:v>103</c:v>
                </c:pt>
                <c:pt idx="227">
                  <c:v>95</c:v>
                </c:pt>
                <c:pt idx="228">
                  <c:v>107</c:v>
                </c:pt>
                <c:pt idx="229">
                  <c:v>116</c:v>
                </c:pt>
                <c:pt idx="230">
                  <c:v>109</c:v>
                </c:pt>
                <c:pt idx="231">
                  <c:v>84</c:v>
                </c:pt>
                <c:pt idx="232">
                  <c:v>98</c:v>
                </c:pt>
                <c:pt idx="233">
                  <c:v>115</c:v>
                </c:pt>
                <c:pt idx="234">
                  <c:v>95</c:v>
                </c:pt>
                <c:pt idx="235">
                  <c:v>106</c:v>
                </c:pt>
                <c:pt idx="236">
                  <c:v>118</c:v>
                </c:pt>
                <c:pt idx="237">
                  <c:v>127</c:v>
                </c:pt>
                <c:pt idx="238">
                  <c:v>104</c:v>
                </c:pt>
                <c:pt idx="239">
                  <c:v>131</c:v>
                </c:pt>
                <c:pt idx="240">
                  <c:v>130</c:v>
                </c:pt>
                <c:pt idx="241">
                  <c:v>138</c:v>
                </c:pt>
                <c:pt idx="242">
                  <c:v>167</c:v>
                </c:pt>
                <c:pt idx="243">
                  <c:v>170</c:v>
                </c:pt>
                <c:pt idx="244">
                  <c:v>165</c:v>
                </c:pt>
                <c:pt idx="245">
                  <c:v>149</c:v>
                </c:pt>
                <c:pt idx="246">
                  <c:v>151</c:v>
                </c:pt>
                <c:pt idx="247">
                  <c:v>173</c:v>
                </c:pt>
                <c:pt idx="248">
                  <c:v>150</c:v>
                </c:pt>
                <c:pt idx="249">
                  <c:v>162</c:v>
                </c:pt>
                <c:pt idx="250">
                  <c:v>175</c:v>
                </c:pt>
                <c:pt idx="251">
                  <c:v>176</c:v>
                </c:pt>
                <c:pt idx="252">
                  <c:v>180</c:v>
                </c:pt>
                <c:pt idx="253">
                  <c:v>168</c:v>
                </c:pt>
                <c:pt idx="254">
                  <c:v>185</c:v>
                </c:pt>
                <c:pt idx="255">
                  <c:v>181</c:v>
                </c:pt>
                <c:pt idx="256">
                  <c:v>172</c:v>
                </c:pt>
                <c:pt idx="257">
                  <c:v>187</c:v>
                </c:pt>
                <c:pt idx="258">
                  <c:v>218</c:v>
                </c:pt>
                <c:pt idx="259">
                  <c:v>184</c:v>
                </c:pt>
                <c:pt idx="260">
                  <c:v>194</c:v>
                </c:pt>
                <c:pt idx="261">
                  <c:v>131</c:v>
                </c:pt>
                <c:pt idx="262">
                  <c:v>176</c:v>
                </c:pt>
                <c:pt idx="263">
                  <c:v>136</c:v>
                </c:pt>
                <c:pt idx="264">
                  <c:v>153</c:v>
                </c:pt>
                <c:pt idx="265">
                  <c:v>159</c:v>
                </c:pt>
                <c:pt idx="266">
                  <c:v>143</c:v>
                </c:pt>
                <c:pt idx="267">
                  <c:v>156</c:v>
                </c:pt>
                <c:pt idx="268">
                  <c:v>151</c:v>
                </c:pt>
                <c:pt idx="269">
                  <c:v>148</c:v>
                </c:pt>
                <c:pt idx="270">
                  <c:v>184</c:v>
                </c:pt>
                <c:pt idx="271">
                  <c:v>204</c:v>
                </c:pt>
                <c:pt idx="272">
                  <c:v>215</c:v>
                </c:pt>
                <c:pt idx="273">
                  <c:v>198</c:v>
                </c:pt>
                <c:pt idx="274">
                  <c:v>199</c:v>
                </c:pt>
                <c:pt idx="275">
                  <c:v>188</c:v>
                </c:pt>
                <c:pt idx="276">
                  <c:v>197</c:v>
                </c:pt>
                <c:pt idx="277">
                  <c:v>192</c:v>
                </c:pt>
                <c:pt idx="278">
                  <c:v>200</c:v>
                </c:pt>
                <c:pt idx="279">
                  <c:v>192</c:v>
                </c:pt>
                <c:pt idx="280">
                  <c:v>172</c:v>
                </c:pt>
                <c:pt idx="281">
                  <c:v>160</c:v>
                </c:pt>
                <c:pt idx="282">
                  <c:v>168</c:v>
                </c:pt>
                <c:pt idx="283">
                  <c:v>171</c:v>
                </c:pt>
                <c:pt idx="284">
                  <c:v>154</c:v>
                </c:pt>
                <c:pt idx="285">
                  <c:v>146</c:v>
                </c:pt>
                <c:pt idx="286">
                  <c:v>166</c:v>
                </c:pt>
                <c:pt idx="287">
                  <c:v>134</c:v>
                </c:pt>
                <c:pt idx="288">
                  <c:v>149</c:v>
                </c:pt>
                <c:pt idx="289">
                  <c:v>132</c:v>
                </c:pt>
                <c:pt idx="290">
                  <c:v>131</c:v>
                </c:pt>
                <c:pt idx="291">
                  <c:v>104</c:v>
                </c:pt>
                <c:pt idx="292">
                  <c:v>105</c:v>
                </c:pt>
                <c:pt idx="293">
                  <c:v>105</c:v>
                </c:pt>
                <c:pt idx="294">
                  <c:v>90</c:v>
                </c:pt>
                <c:pt idx="295">
                  <c:v>101</c:v>
                </c:pt>
                <c:pt idx="296">
                  <c:v>92</c:v>
                </c:pt>
                <c:pt idx="297">
                  <c:v>68</c:v>
                </c:pt>
                <c:pt idx="298">
                  <c:v>75</c:v>
                </c:pt>
                <c:pt idx="299">
                  <c:v>73</c:v>
                </c:pt>
                <c:pt idx="300">
                  <c:v>71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1-33FB-44CB-8366-3F9BB86985AC}"/>
            </c:ext>
          </c:extLst>
        </c:ser>
        <c:ser>
          <c:idx val="1"/>
          <c:order val="1"/>
          <c:tx>
            <c:strRef>
              <c:f>DAU!$E$1</c:f>
              <c:strCache>
                <c:ptCount val="1"/>
                <c:pt idx="0">
                  <c:v>WAU</c:v>
                </c:pt>
              </c:strCache>
            </c:strRef>
          </c:tx>
          <c:spPr>
            <a:ln w="34925" cap="rnd">
              <a:solidFill>
                <a:schemeClr val="accent2"/>
              </a:solidFill>
              <a:round/>
            </a:ln>
            <a:effectLst>
              <a:outerShdw blurRad="50800" dist="38100" dir="5400000" rotWithShape="0">
                <a:srgbClr val="000000">
                  <a:alpha val="46000"/>
                </a:srgbClr>
              </a:outerShdw>
            </a:effectLst>
          </c:spPr>
          <c:marker>
            <c:symbol val="none"/>
          </c:marker>
          <c:dLbls>
            <c:dLbl>
              <c:idx val="258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33FB-44CB-8366-3F9BB86985A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DAU!$A$4:$A$304</c:f>
              <c:numCache>
                <c:formatCode>m/d/yyyy</c:formatCode>
                <c:ptCount val="301"/>
                <c:pt idx="0">
                  <c:v>44746</c:v>
                </c:pt>
                <c:pt idx="1">
                  <c:v>44747</c:v>
                </c:pt>
                <c:pt idx="2">
                  <c:v>44748</c:v>
                </c:pt>
                <c:pt idx="3">
                  <c:v>44749</c:v>
                </c:pt>
                <c:pt idx="4">
                  <c:v>44750</c:v>
                </c:pt>
                <c:pt idx="5">
                  <c:v>44751</c:v>
                </c:pt>
                <c:pt idx="6">
                  <c:v>44752</c:v>
                </c:pt>
                <c:pt idx="7">
                  <c:v>44753</c:v>
                </c:pt>
                <c:pt idx="8">
                  <c:v>44754</c:v>
                </c:pt>
                <c:pt idx="9">
                  <c:v>44755</c:v>
                </c:pt>
                <c:pt idx="10">
                  <c:v>44756</c:v>
                </c:pt>
                <c:pt idx="11">
                  <c:v>44757</c:v>
                </c:pt>
                <c:pt idx="12">
                  <c:v>44758</c:v>
                </c:pt>
                <c:pt idx="13">
                  <c:v>44759</c:v>
                </c:pt>
                <c:pt idx="14">
                  <c:v>44760</c:v>
                </c:pt>
                <c:pt idx="15">
                  <c:v>44761</c:v>
                </c:pt>
                <c:pt idx="16">
                  <c:v>44762</c:v>
                </c:pt>
                <c:pt idx="17">
                  <c:v>44763</c:v>
                </c:pt>
                <c:pt idx="18">
                  <c:v>44764</c:v>
                </c:pt>
                <c:pt idx="19">
                  <c:v>44765</c:v>
                </c:pt>
                <c:pt idx="20">
                  <c:v>44766</c:v>
                </c:pt>
                <c:pt idx="21">
                  <c:v>44767</c:v>
                </c:pt>
                <c:pt idx="22">
                  <c:v>44768</c:v>
                </c:pt>
                <c:pt idx="23">
                  <c:v>44769</c:v>
                </c:pt>
                <c:pt idx="24">
                  <c:v>44770</c:v>
                </c:pt>
                <c:pt idx="25">
                  <c:v>44771</c:v>
                </c:pt>
                <c:pt idx="26">
                  <c:v>44772</c:v>
                </c:pt>
                <c:pt idx="27">
                  <c:v>44773</c:v>
                </c:pt>
                <c:pt idx="28">
                  <c:v>44774</c:v>
                </c:pt>
                <c:pt idx="29">
                  <c:v>44775</c:v>
                </c:pt>
                <c:pt idx="30">
                  <c:v>44776</c:v>
                </c:pt>
                <c:pt idx="31">
                  <c:v>44777</c:v>
                </c:pt>
                <c:pt idx="32">
                  <c:v>44778</c:v>
                </c:pt>
                <c:pt idx="33">
                  <c:v>44779</c:v>
                </c:pt>
                <c:pt idx="34">
                  <c:v>44780</c:v>
                </c:pt>
                <c:pt idx="35">
                  <c:v>44781</c:v>
                </c:pt>
                <c:pt idx="36">
                  <c:v>44782</c:v>
                </c:pt>
                <c:pt idx="37">
                  <c:v>44783</c:v>
                </c:pt>
                <c:pt idx="38">
                  <c:v>44784</c:v>
                </c:pt>
                <c:pt idx="39">
                  <c:v>44785</c:v>
                </c:pt>
                <c:pt idx="40">
                  <c:v>44786</c:v>
                </c:pt>
                <c:pt idx="41">
                  <c:v>44787</c:v>
                </c:pt>
                <c:pt idx="42">
                  <c:v>44788</c:v>
                </c:pt>
                <c:pt idx="43">
                  <c:v>44789</c:v>
                </c:pt>
                <c:pt idx="44">
                  <c:v>44790</c:v>
                </c:pt>
                <c:pt idx="45">
                  <c:v>44791</c:v>
                </c:pt>
                <c:pt idx="46">
                  <c:v>44792</c:v>
                </c:pt>
                <c:pt idx="47">
                  <c:v>44793</c:v>
                </c:pt>
                <c:pt idx="48">
                  <c:v>44794</c:v>
                </c:pt>
                <c:pt idx="49">
                  <c:v>44795</c:v>
                </c:pt>
                <c:pt idx="50">
                  <c:v>44796</c:v>
                </c:pt>
                <c:pt idx="51">
                  <c:v>44797</c:v>
                </c:pt>
                <c:pt idx="52">
                  <c:v>44798</c:v>
                </c:pt>
                <c:pt idx="53">
                  <c:v>44799</c:v>
                </c:pt>
                <c:pt idx="54">
                  <c:v>44800</c:v>
                </c:pt>
                <c:pt idx="55">
                  <c:v>44801</c:v>
                </c:pt>
                <c:pt idx="56">
                  <c:v>44802</c:v>
                </c:pt>
                <c:pt idx="57">
                  <c:v>44803</c:v>
                </c:pt>
                <c:pt idx="58">
                  <c:v>44804</c:v>
                </c:pt>
                <c:pt idx="59">
                  <c:v>44805</c:v>
                </c:pt>
                <c:pt idx="60">
                  <c:v>44806</c:v>
                </c:pt>
                <c:pt idx="61">
                  <c:v>44807</c:v>
                </c:pt>
                <c:pt idx="62">
                  <c:v>44808</c:v>
                </c:pt>
                <c:pt idx="63">
                  <c:v>44809</c:v>
                </c:pt>
                <c:pt idx="64">
                  <c:v>44810</c:v>
                </c:pt>
                <c:pt idx="65">
                  <c:v>44811</c:v>
                </c:pt>
                <c:pt idx="66">
                  <c:v>44812</c:v>
                </c:pt>
                <c:pt idx="67">
                  <c:v>44813</c:v>
                </c:pt>
                <c:pt idx="68">
                  <c:v>44814</c:v>
                </c:pt>
                <c:pt idx="69">
                  <c:v>44815</c:v>
                </c:pt>
                <c:pt idx="70">
                  <c:v>44816</c:v>
                </c:pt>
                <c:pt idx="71">
                  <c:v>44817</c:v>
                </c:pt>
                <c:pt idx="72">
                  <c:v>44818</c:v>
                </c:pt>
                <c:pt idx="73">
                  <c:v>44819</c:v>
                </c:pt>
                <c:pt idx="74">
                  <c:v>44820</c:v>
                </c:pt>
                <c:pt idx="75">
                  <c:v>44821</c:v>
                </c:pt>
                <c:pt idx="76">
                  <c:v>44822</c:v>
                </c:pt>
                <c:pt idx="77">
                  <c:v>44823</c:v>
                </c:pt>
                <c:pt idx="78">
                  <c:v>44824</c:v>
                </c:pt>
                <c:pt idx="79">
                  <c:v>44825</c:v>
                </c:pt>
                <c:pt idx="80">
                  <c:v>44826</c:v>
                </c:pt>
                <c:pt idx="81">
                  <c:v>44827</c:v>
                </c:pt>
                <c:pt idx="82">
                  <c:v>44828</c:v>
                </c:pt>
                <c:pt idx="83">
                  <c:v>44829</c:v>
                </c:pt>
                <c:pt idx="84">
                  <c:v>44830</c:v>
                </c:pt>
                <c:pt idx="85">
                  <c:v>44831</c:v>
                </c:pt>
                <c:pt idx="86">
                  <c:v>44832</c:v>
                </c:pt>
                <c:pt idx="87">
                  <c:v>44833</c:v>
                </c:pt>
                <c:pt idx="88">
                  <c:v>44834</c:v>
                </c:pt>
                <c:pt idx="89">
                  <c:v>44835</c:v>
                </c:pt>
                <c:pt idx="90">
                  <c:v>44836</c:v>
                </c:pt>
                <c:pt idx="91">
                  <c:v>44837</c:v>
                </c:pt>
                <c:pt idx="92">
                  <c:v>44838</c:v>
                </c:pt>
                <c:pt idx="93">
                  <c:v>44839</c:v>
                </c:pt>
                <c:pt idx="94">
                  <c:v>44840</c:v>
                </c:pt>
                <c:pt idx="95">
                  <c:v>44841</c:v>
                </c:pt>
                <c:pt idx="96">
                  <c:v>44842</c:v>
                </c:pt>
                <c:pt idx="97">
                  <c:v>44843</c:v>
                </c:pt>
                <c:pt idx="98">
                  <c:v>44844</c:v>
                </c:pt>
                <c:pt idx="99">
                  <c:v>44845</c:v>
                </c:pt>
                <c:pt idx="100">
                  <c:v>44846</c:v>
                </c:pt>
                <c:pt idx="101">
                  <c:v>44847</c:v>
                </c:pt>
                <c:pt idx="102">
                  <c:v>44848</c:v>
                </c:pt>
                <c:pt idx="103">
                  <c:v>44849</c:v>
                </c:pt>
                <c:pt idx="104">
                  <c:v>44850</c:v>
                </c:pt>
                <c:pt idx="105">
                  <c:v>44851</c:v>
                </c:pt>
                <c:pt idx="106">
                  <c:v>44852</c:v>
                </c:pt>
                <c:pt idx="107">
                  <c:v>44853</c:v>
                </c:pt>
                <c:pt idx="108">
                  <c:v>44854</c:v>
                </c:pt>
                <c:pt idx="109">
                  <c:v>44855</c:v>
                </c:pt>
                <c:pt idx="110">
                  <c:v>44856</c:v>
                </c:pt>
                <c:pt idx="111">
                  <c:v>44857</c:v>
                </c:pt>
                <c:pt idx="112">
                  <c:v>44858</c:v>
                </c:pt>
                <c:pt idx="113">
                  <c:v>44859</c:v>
                </c:pt>
                <c:pt idx="114">
                  <c:v>44860</c:v>
                </c:pt>
                <c:pt idx="115">
                  <c:v>44861</c:v>
                </c:pt>
                <c:pt idx="116">
                  <c:v>44862</c:v>
                </c:pt>
                <c:pt idx="117">
                  <c:v>44863</c:v>
                </c:pt>
                <c:pt idx="118">
                  <c:v>44864</c:v>
                </c:pt>
                <c:pt idx="119">
                  <c:v>44865</c:v>
                </c:pt>
                <c:pt idx="120">
                  <c:v>44866</c:v>
                </c:pt>
                <c:pt idx="121">
                  <c:v>44867</c:v>
                </c:pt>
                <c:pt idx="122">
                  <c:v>44868</c:v>
                </c:pt>
                <c:pt idx="123">
                  <c:v>44869</c:v>
                </c:pt>
                <c:pt idx="124">
                  <c:v>44870</c:v>
                </c:pt>
                <c:pt idx="125">
                  <c:v>44871</c:v>
                </c:pt>
                <c:pt idx="126">
                  <c:v>44872</c:v>
                </c:pt>
                <c:pt idx="127">
                  <c:v>44873</c:v>
                </c:pt>
                <c:pt idx="128">
                  <c:v>44874</c:v>
                </c:pt>
                <c:pt idx="129">
                  <c:v>44875</c:v>
                </c:pt>
                <c:pt idx="130">
                  <c:v>44876</c:v>
                </c:pt>
                <c:pt idx="131">
                  <c:v>44877</c:v>
                </c:pt>
                <c:pt idx="132">
                  <c:v>44878</c:v>
                </c:pt>
                <c:pt idx="133">
                  <c:v>44879</c:v>
                </c:pt>
                <c:pt idx="134">
                  <c:v>44880</c:v>
                </c:pt>
                <c:pt idx="135">
                  <c:v>44881</c:v>
                </c:pt>
                <c:pt idx="136">
                  <c:v>44882</c:v>
                </c:pt>
                <c:pt idx="137">
                  <c:v>44883</c:v>
                </c:pt>
                <c:pt idx="138">
                  <c:v>44884</c:v>
                </c:pt>
                <c:pt idx="139">
                  <c:v>44885</c:v>
                </c:pt>
                <c:pt idx="140">
                  <c:v>44886</c:v>
                </c:pt>
                <c:pt idx="141">
                  <c:v>44887</c:v>
                </c:pt>
                <c:pt idx="142">
                  <c:v>44888</c:v>
                </c:pt>
                <c:pt idx="143">
                  <c:v>44889</c:v>
                </c:pt>
                <c:pt idx="144">
                  <c:v>44890</c:v>
                </c:pt>
                <c:pt idx="145">
                  <c:v>44891</c:v>
                </c:pt>
                <c:pt idx="146">
                  <c:v>44892</c:v>
                </c:pt>
                <c:pt idx="147">
                  <c:v>44893</c:v>
                </c:pt>
                <c:pt idx="148">
                  <c:v>44894</c:v>
                </c:pt>
                <c:pt idx="149">
                  <c:v>44895</c:v>
                </c:pt>
                <c:pt idx="150">
                  <c:v>44896</c:v>
                </c:pt>
                <c:pt idx="151">
                  <c:v>44897</c:v>
                </c:pt>
                <c:pt idx="152">
                  <c:v>44898</c:v>
                </c:pt>
                <c:pt idx="153">
                  <c:v>44899</c:v>
                </c:pt>
                <c:pt idx="154">
                  <c:v>44900</c:v>
                </c:pt>
                <c:pt idx="155">
                  <c:v>44901</c:v>
                </c:pt>
                <c:pt idx="156">
                  <c:v>44902</c:v>
                </c:pt>
                <c:pt idx="157">
                  <c:v>44903</c:v>
                </c:pt>
                <c:pt idx="158">
                  <c:v>44904</c:v>
                </c:pt>
                <c:pt idx="159">
                  <c:v>44905</c:v>
                </c:pt>
                <c:pt idx="160">
                  <c:v>44906</c:v>
                </c:pt>
                <c:pt idx="161">
                  <c:v>44907</c:v>
                </c:pt>
                <c:pt idx="162">
                  <c:v>44908</c:v>
                </c:pt>
                <c:pt idx="163">
                  <c:v>44909</c:v>
                </c:pt>
                <c:pt idx="164">
                  <c:v>44910</c:v>
                </c:pt>
                <c:pt idx="165">
                  <c:v>44911</c:v>
                </c:pt>
                <c:pt idx="166">
                  <c:v>44912</c:v>
                </c:pt>
                <c:pt idx="167">
                  <c:v>44913</c:v>
                </c:pt>
                <c:pt idx="168">
                  <c:v>44914</c:v>
                </c:pt>
                <c:pt idx="169">
                  <c:v>44915</c:v>
                </c:pt>
                <c:pt idx="170">
                  <c:v>44916</c:v>
                </c:pt>
                <c:pt idx="171">
                  <c:v>44917</c:v>
                </c:pt>
                <c:pt idx="172">
                  <c:v>44918</c:v>
                </c:pt>
                <c:pt idx="173">
                  <c:v>44919</c:v>
                </c:pt>
                <c:pt idx="174">
                  <c:v>44920</c:v>
                </c:pt>
                <c:pt idx="175">
                  <c:v>44921</c:v>
                </c:pt>
                <c:pt idx="176">
                  <c:v>44922</c:v>
                </c:pt>
                <c:pt idx="177">
                  <c:v>44923</c:v>
                </c:pt>
                <c:pt idx="178">
                  <c:v>44924</c:v>
                </c:pt>
                <c:pt idx="179">
                  <c:v>44925</c:v>
                </c:pt>
                <c:pt idx="180">
                  <c:v>44926</c:v>
                </c:pt>
                <c:pt idx="181">
                  <c:v>44927</c:v>
                </c:pt>
                <c:pt idx="182">
                  <c:v>44928</c:v>
                </c:pt>
                <c:pt idx="183">
                  <c:v>44929</c:v>
                </c:pt>
                <c:pt idx="184">
                  <c:v>44930</c:v>
                </c:pt>
                <c:pt idx="185">
                  <c:v>44931</c:v>
                </c:pt>
                <c:pt idx="186">
                  <c:v>44932</c:v>
                </c:pt>
                <c:pt idx="187">
                  <c:v>44933</c:v>
                </c:pt>
                <c:pt idx="188">
                  <c:v>44934</c:v>
                </c:pt>
                <c:pt idx="189">
                  <c:v>44935</c:v>
                </c:pt>
                <c:pt idx="190">
                  <c:v>44936</c:v>
                </c:pt>
                <c:pt idx="191">
                  <c:v>44937</c:v>
                </c:pt>
                <c:pt idx="192">
                  <c:v>44938</c:v>
                </c:pt>
                <c:pt idx="193">
                  <c:v>44939</c:v>
                </c:pt>
                <c:pt idx="194">
                  <c:v>44940</c:v>
                </c:pt>
                <c:pt idx="195">
                  <c:v>44941</c:v>
                </c:pt>
                <c:pt idx="196">
                  <c:v>44942</c:v>
                </c:pt>
                <c:pt idx="197">
                  <c:v>44943</c:v>
                </c:pt>
                <c:pt idx="198">
                  <c:v>44944</c:v>
                </c:pt>
                <c:pt idx="199">
                  <c:v>44945</c:v>
                </c:pt>
                <c:pt idx="200">
                  <c:v>44946</c:v>
                </c:pt>
                <c:pt idx="201">
                  <c:v>44947</c:v>
                </c:pt>
                <c:pt idx="202">
                  <c:v>44948</c:v>
                </c:pt>
                <c:pt idx="203">
                  <c:v>44949</c:v>
                </c:pt>
                <c:pt idx="204">
                  <c:v>44950</c:v>
                </c:pt>
                <c:pt idx="205">
                  <c:v>44951</c:v>
                </c:pt>
                <c:pt idx="206">
                  <c:v>44952</c:v>
                </c:pt>
                <c:pt idx="207">
                  <c:v>44953</c:v>
                </c:pt>
                <c:pt idx="208">
                  <c:v>44954</c:v>
                </c:pt>
                <c:pt idx="209">
                  <c:v>44955</c:v>
                </c:pt>
                <c:pt idx="210">
                  <c:v>44956</c:v>
                </c:pt>
                <c:pt idx="211">
                  <c:v>44957</c:v>
                </c:pt>
                <c:pt idx="212">
                  <c:v>44958</c:v>
                </c:pt>
                <c:pt idx="213">
                  <c:v>44959</c:v>
                </c:pt>
                <c:pt idx="214">
                  <c:v>44960</c:v>
                </c:pt>
                <c:pt idx="215">
                  <c:v>44961</c:v>
                </c:pt>
                <c:pt idx="216">
                  <c:v>44962</c:v>
                </c:pt>
                <c:pt idx="217">
                  <c:v>44963</c:v>
                </c:pt>
                <c:pt idx="218">
                  <c:v>44964</c:v>
                </c:pt>
                <c:pt idx="219">
                  <c:v>44965</c:v>
                </c:pt>
                <c:pt idx="220">
                  <c:v>44966</c:v>
                </c:pt>
                <c:pt idx="221">
                  <c:v>44967</c:v>
                </c:pt>
                <c:pt idx="222">
                  <c:v>44968</c:v>
                </c:pt>
                <c:pt idx="223">
                  <c:v>44969</c:v>
                </c:pt>
                <c:pt idx="224">
                  <c:v>44970</c:v>
                </c:pt>
                <c:pt idx="225">
                  <c:v>44971</c:v>
                </c:pt>
                <c:pt idx="226">
                  <c:v>44972</c:v>
                </c:pt>
                <c:pt idx="227">
                  <c:v>44973</c:v>
                </c:pt>
                <c:pt idx="228">
                  <c:v>44974</c:v>
                </c:pt>
                <c:pt idx="229">
                  <c:v>44975</c:v>
                </c:pt>
                <c:pt idx="230">
                  <c:v>44976</c:v>
                </c:pt>
                <c:pt idx="231">
                  <c:v>44977</c:v>
                </c:pt>
                <c:pt idx="232">
                  <c:v>44978</c:v>
                </c:pt>
                <c:pt idx="233">
                  <c:v>44979</c:v>
                </c:pt>
                <c:pt idx="234">
                  <c:v>44980</c:v>
                </c:pt>
                <c:pt idx="235">
                  <c:v>44981</c:v>
                </c:pt>
                <c:pt idx="236">
                  <c:v>44982</c:v>
                </c:pt>
                <c:pt idx="237">
                  <c:v>44983</c:v>
                </c:pt>
                <c:pt idx="238">
                  <c:v>44984</c:v>
                </c:pt>
                <c:pt idx="239">
                  <c:v>44985</c:v>
                </c:pt>
                <c:pt idx="240">
                  <c:v>44986</c:v>
                </c:pt>
                <c:pt idx="241">
                  <c:v>44987</c:v>
                </c:pt>
                <c:pt idx="242">
                  <c:v>44988</c:v>
                </c:pt>
                <c:pt idx="243">
                  <c:v>44989</c:v>
                </c:pt>
                <c:pt idx="244">
                  <c:v>44990</c:v>
                </c:pt>
                <c:pt idx="245">
                  <c:v>44991</c:v>
                </c:pt>
                <c:pt idx="246">
                  <c:v>44992</c:v>
                </c:pt>
                <c:pt idx="247">
                  <c:v>44993</c:v>
                </c:pt>
                <c:pt idx="248">
                  <c:v>44994</c:v>
                </c:pt>
                <c:pt idx="249">
                  <c:v>44995</c:v>
                </c:pt>
                <c:pt idx="250">
                  <c:v>44996</c:v>
                </c:pt>
                <c:pt idx="251">
                  <c:v>44997</c:v>
                </c:pt>
                <c:pt idx="252">
                  <c:v>44998</c:v>
                </c:pt>
                <c:pt idx="253">
                  <c:v>44999</c:v>
                </c:pt>
                <c:pt idx="254">
                  <c:v>45000</c:v>
                </c:pt>
                <c:pt idx="255">
                  <c:v>45001</c:v>
                </c:pt>
                <c:pt idx="256">
                  <c:v>45002</c:v>
                </c:pt>
                <c:pt idx="257">
                  <c:v>45003</c:v>
                </c:pt>
                <c:pt idx="258">
                  <c:v>45004</c:v>
                </c:pt>
                <c:pt idx="259">
                  <c:v>45005</c:v>
                </c:pt>
                <c:pt idx="260">
                  <c:v>45006</c:v>
                </c:pt>
                <c:pt idx="261">
                  <c:v>45007</c:v>
                </c:pt>
                <c:pt idx="262">
                  <c:v>45008</c:v>
                </c:pt>
                <c:pt idx="263">
                  <c:v>45009</c:v>
                </c:pt>
                <c:pt idx="264">
                  <c:v>45010</c:v>
                </c:pt>
                <c:pt idx="265">
                  <c:v>45011</c:v>
                </c:pt>
                <c:pt idx="266">
                  <c:v>45012</c:v>
                </c:pt>
                <c:pt idx="267">
                  <c:v>45013</c:v>
                </c:pt>
                <c:pt idx="268">
                  <c:v>45014</c:v>
                </c:pt>
                <c:pt idx="269">
                  <c:v>45015</c:v>
                </c:pt>
                <c:pt idx="270">
                  <c:v>45016</c:v>
                </c:pt>
                <c:pt idx="271">
                  <c:v>45017</c:v>
                </c:pt>
                <c:pt idx="272">
                  <c:v>45018</c:v>
                </c:pt>
                <c:pt idx="273">
                  <c:v>45019</c:v>
                </c:pt>
                <c:pt idx="274">
                  <c:v>45020</c:v>
                </c:pt>
                <c:pt idx="275">
                  <c:v>45021</c:v>
                </c:pt>
                <c:pt idx="276">
                  <c:v>45022</c:v>
                </c:pt>
                <c:pt idx="277">
                  <c:v>45023</c:v>
                </c:pt>
                <c:pt idx="278">
                  <c:v>45024</c:v>
                </c:pt>
                <c:pt idx="279">
                  <c:v>45025</c:v>
                </c:pt>
                <c:pt idx="280">
                  <c:v>45026</c:v>
                </c:pt>
                <c:pt idx="281">
                  <c:v>45027</c:v>
                </c:pt>
                <c:pt idx="282">
                  <c:v>45028</c:v>
                </c:pt>
                <c:pt idx="283">
                  <c:v>45029</c:v>
                </c:pt>
                <c:pt idx="284">
                  <c:v>45030</c:v>
                </c:pt>
                <c:pt idx="285">
                  <c:v>45031</c:v>
                </c:pt>
                <c:pt idx="286">
                  <c:v>45032</c:v>
                </c:pt>
                <c:pt idx="287">
                  <c:v>45033</c:v>
                </c:pt>
                <c:pt idx="288">
                  <c:v>45034</c:v>
                </c:pt>
                <c:pt idx="289">
                  <c:v>45035</c:v>
                </c:pt>
                <c:pt idx="290">
                  <c:v>45036</c:v>
                </c:pt>
                <c:pt idx="291">
                  <c:v>45037</c:v>
                </c:pt>
                <c:pt idx="292">
                  <c:v>45038</c:v>
                </c:pt>
                <c:pt idx="293">
                  <c:v>45039</c:v>
                </c:pt>
                <c:pt idx="294">
                  <c:v>45040</c:v>
                </c:pt>
                <c:pt idx="295">
                  <c:v>45041</c:v>
                </c:pt>
                <c:pt idx="296">
                  <c:v>45042</c:v>
                </c:pt>
                <c:pt idx="297">
                  <c:v>45043</c:v>
                </c:pt>
                <c:pt idx="298">
                  <c:v>45044</c:v>
                </c:pt>
                <c:pt idx="299">
                  <c:v>45045</c:v>
                </c:pt>
                <c:pt idx="300">
                  <c:v>45046</c:v>
                </c:pt>
              </c:numCache>
              <c:extLst/>
            </c:numRef>
          </c:cat>
          <c:val>
            <c:numRef>
              <c:f>DAU!$E$4:$E$304</c:f>
              <c:numCache>
                <c:formatCode>General</c:formatCode>
                <c:ptCount val="301"/>
                <c:pt idx="0">
                  <c:v>59</c:v>
                </c:pt>
                <c:pt idx="1">
                  <c:v>59</c:v>
                </c:pt>
                <c:pt idx="2">
                  <c:v>59</c:v>
                </c:pt>
                <c:pt idx="3">
                  <c:v>59</c:v>
                </c:pt>
                <c:pt idx="4">
                  <c:v>59</c:v>
                </c:pt>
                <c:pt idx="5">
                  <c:v>59</c:v>
                </c:pt>
                <c:pt idx="6">
                  <c:v>59</c:v>
                </c:pt>
                <c:pt idx="7">
                  <c:v>92</c:v>
                </c:pt>
                <c:pt idx="8">
                  <c:v>92</c:v>
                </c:pt>
                <c:pt idx="9">
                  <c:v>92</c:v>
                </c:pt>
                <c:pt idx="10">
                  <c:v>92</c:v>
                </c:pt>
                <c:pt idx="11">
                  <c:v>92</c:v>
                </c:pt>
                <c:pt idx="12">
                  <c:v>92</c:v>
                </c:pt>
                <c:pt idx="13">
                  <c:v>92</c:v>
                </c:pt>
                <c:pt idx="14">
                  <c:v>133</c:v>
                </c:pt>
                <c:pt idx="15">
                  <c:v>133</c:v>
                </c:pt>
                <c:pt idx="16">
                  <c:v>133</c:v>
                </c:pt>
                <c:pt idx="17">
                  <c:v>133</c:v>
                </c:pt>
                <c:pt idx="18">
                  <c:v>133</c:v>
                </c:pt>
                <c:pt idx="19">
                  <c:v>133</c:v>
                </c:pt>
                <c:pt idx="20">
                  <c:v>133</c:v>
                </c:pt>
                <c:pt idx="21">
                  <c:v>183</c:v>
                </c:pt>
                <c:pt idx="22">
                  <c:v>183</c:v>
                </c:pt>
                <c:pt idx="23">
                  <c:v>183</c:v>
                </c:pt>
                <c:pt idx="24">
                  <c:v>183</c:v>
                </c:pt>
                <c:pt idx="25">
                  <c:v>183</c:v>
                </c:pt>
                <c:pt idx="26">
                  <c:v>183</c:v>
                </c:pt>
                <c:pt idx="27">
                  <c:v>183</c:v>
                </c:pt>
                <c:pt idx="28">
                  <c:v>202</c:v>
                </c:pt>
                <c:pt idx="29">
                  <c:v>202</c:v>
                </c:pt>
                <c:pt idx="30">
                  <c:v>202</c:v>
                </c:pt>
                <c:pt idx="31">
                  <c:v>202</c:v>
                </c:pt>
                <c:pt idx="32">
                  <c:v>202</c:v>
                </c:pt>
                <c:pt idx="33">
                  <c:v>202</c:v>
                </c:pt>
                <c:pt idx="34">
                  <c:v>202</c:v>
                </c:pt>
                <c:pt idx="35">
                  <c:v>193</c:v>
                </c:pt>
                <c:pt idx="36">
                  <c:v>193</c:v>
                </c:pt>
                <c:pt idx="37">
                  <c:v>193</c:v>
                </c:pt>
                <c:pt idx="38">
                  <c:v>193</c:v>
                </c:pt>
                <c:pt idx="39">
                  <c:v>193</c:v>
                </c:pt>
                <c:pt idx="40">
                  <c:v>193</c:v>
                </c:pt>
                <c:pt idx="41">
                  <c:v>193</c:v>
                </c:pt>
                <c:pt idx="42">
                  <c:v>201</c:v>
                </c:pt>
                <c:pt idx="43">
                  <c:v>201</c:v>
                </c:pt>
                <c:pt idx="44">
                  <c:v>201</c:v>
                </c:pt>
                <c:pt idx="45">
                  <c:v>201</c:v>
                </c:pt>
                <c:pt idx="46">
                  <c:v>201</c:v>
                </c:pt>
                <c:pt idx="47">
                  <c:v>201</c:v>
                </c:pt>
                <c:pt idx="48">
                  <c:v>201</c:v>
                </c:pt>
                <c:pt idx="49">
                  <c:v>206</c:v>
                </c:pt>
                <c:pt idx="50">
                  <c:v>206</c:v>
                </c:pt>
                <c:pt idx="51">
                  <c:v>206</c:v>
                </c:pt>
                <c:pt idx="52">
                  <c:v>206</c:v>
                </c:pt>
                <c:pt idx="53">
                  <c:v>206</c:v>
                </c:pt>
                <c:pt idx="54">
                  <c:v>206</c:v>
                </c:pt>
                <c:pt idx="55">
                  <c:v>206</c:v>
                </c:pt>
                <c:pt idx="56">
                  <c:v>192</c:v>
                </c:pt>
                <c:pt idx="57">
                  <c:v>192</c:v>
                </c:pt>
                <c:pt idx="58">
                  <c:v>192</c:v>
                </c:pt>
                <c:pt idx="59">
                  <c:v>192</c:v>
                </c:pt>
                <c:pt idx="60">
                  <c:v>192</c:v>
                </c:pt>
                <c:pt idx="61">
                  <c:v>192</c:v>
                </c:pt>
                <c:pt idx="62">
                  <c:v>192</c:v>
                </c:pt>
                <c:pt idx="63">
                  <c:v>196</c:v>
                </c:pt>
                <c:pt idx="64">
                  <c:v>196</c:v>
                </c:pt>
                <c:pt idx="65">
                  <c:v>196</c:v>
                </c:pt>
                <c:pt idx="66">
                  <c:v>196</c:v>
                </c:pt>
                <c:pt idx="67">
                  <c:v>196</c:v>
                </c:pt>
                <c:pt idx="68">
                  <c:v>196</c:v>
                </c:pt>
                <c:pt idx="69">
                  <c:v>196</c:v>
                </c:pt>
                <c:pt idx="70">
                  <c:v>205</c:v>
                </c:pt>
                <c:pt idx="71">
                  <c:v>205</c:v>
                </c:pt>
                <c:pt idx="72">
                  <c:v>205</c:v>
                </c:pt>
                <c:pt idx="73">
                  <c:v>205</c:v>
                </c:pt>
                <c:pt idx="74">
                  <c:v>205</c:v>
                </c:pt>
                <c:pt idx="75">
                  <c:v>205</c:v>
                </c:pt>
                <c:pt idx="76">
                  <c:v>205</c:v>
                </c:pt>
                <c:pt idx="77">
                  <c:v>213</c:v>
                </c:pt>
                <c:pt idx="78">
                  <c:v>213</c:v>
                </c:pt>
                <c:pt idx="79">
                  <c:v>213</c:v>
                </c:pt>
                <c:pt idx="80">
                  <c:v>213</c:v>
                </c:pt>
                <c:pt idx="81">
                  <c:v>213</c:v>
                </c:pt>
                <c:pt idx="82">
                  <c:v>213</c:v>
                </c:pt>
                <c:pt idx="83">
                  <c:v>213</c:v>
                </c:pt>
                <c:pt idx="84">
                  <c:v>208</c:v>
                </c:pt>
                <c:pt idx="85">
                  <c:v>208</c:v>
                </c:pt>
                <c:pt idx="86">
                  <c:v>208</c:v>
                </c:pt>
                <c:pt idx="87">
                  <c:v>208</c:v>
                </c:pt>
                <c:pt idx="88">
                  <c:v>208</c:v>
                </c:pt>
                <c:pt idx="89">
                  <c:v>208</c:v>
                </c:pt>
                <c:pt idx="90">
                  <c:v>208</c:v>
                </c:pt>
                <c:pt idx="91">
                  <c:v>207</c:v>
                </c:pt>
                <c:pt idx="92">
                  <c:v>207</c:v>
                </c:pt>
                <c:pt idx="93">
                  <c:v>207</c:v>
                </c:pt>
                <c:pt idx="94">
                  <c:v>207</c:v>
                </c:pt>
                <c:pt idx="95">
                  <c:v>207</c:v>
                </c:pt>
                <c:pt idx="96">
                  <c:v>207</c:v>
                </c:pt>
                <c:pt idx="97">
                  <c:v>207</c:v>
                </c:pt>
                <c:pt idx="98">
                  <c:v>204</c:v>
                </c:pt>
                <c:pt idx="99">
                  <c:v>204</c:v>
                </c:pt>
                <c:pt idx="100">
                  <c:v>204</c:v>
                </c:pt>
                <c:pt idx="101">
                  <c:v>204</c:v>
                </c:pt>
                <c:pt idx="102">
                  <c:v>204</c:v>
                </c:pt>
                <c:pt idx="103">
                  <c:v>204</c:v>
                </c:pt>
                <c:pt idx="104">
                  <c:v>204</c:v>
                </c:pt>
                <c:pt idx="105">
                  <c:v>201</c:v>
                </c:pt>
                <c:pt idx="106">
                  <c:v>201</c:v>
                </c:pt>
                <c:pt idx="107">
                  <c:v>201</c:v>
                </c:pt>
                <c:pt idx="108">
                  <c:v>201</c:v>
                </c:pt>
                <c:pt idx="109">
                  <c:v>201</c:v>
                </c:pt>
                <c:pt idx="110">
                  <c:v>201</c:v>
                </c:pt>
                <c:pt idx="111">
                  <c:v>201</c:v>
                </c:pt>
                <c:pt idx="112">
                  <c:v>213</c:v>
                </c:pt>
                <c:pt idx="113">
                  <c:v>213</c:v>
                </c:pt>
                <c:pt idx="114">
                  <c:v>213</c:v>
                </c:pt>
                <c:pt idx="115">
                  <c:v>213</c:v>
                </c:pt>
                <c:pt idx="116">
                  <c:v>213</c:v>
                </c:pt>
                <c:pt idx="117">
                  <c:v>213</c:v>
                </c:pt>
                <c:pt idx="118">
                  <c:v>213</c:v>
                </c:pt>
                <c:pt idx="119">
                  <c:v>214</c:v>
                </c:pt>
                <c:pt idx="120">
                  <c:v>214</c:v>
                </c:pt>
                <c:pt idx="121">
                  <c:v>214</c:v>
                </c:pt>
                <c:pt idx="122">
                  <c:v>214</c:v>
                </c:pt>
                <c:pt idx="123">
                  <c:v>214</c:v>
                </c:pt>
                <c:pt idx="124">
                  <c:v>214</c:v>
                </c:pt>
                <c:pt idx="125">
                  <c:v>214</c:v>
                </c:pt>
                <c:pt idx="126">
                  <c:v>203</c:v>
                </c:pt>
                <c:pt idx="127">
                  <c:v>203</c:v>
                </c:pt>
                <c:pt idx="128">
                  <c:v>203</c:v>
                </c:pt>
                <c:pt idx="129">
                  <c:v>203</c:v>
                </c:pt>
                <c:pt idx="130">
                  <c:v>203</c:v>
                </c:pt>
                <c:pt idx="131">
                  <c:v>203</c:v>
                </c:pt>
                <c:pt idx="132">
                  <c:v>203</c:v>
                </c:pt>
                <c:pt idx="133">
                  <c:v>202</c:v>
                </c:pt>
                <c:pt idx="134">
                  <c:v>202</c:v>
                </c:pt>
                <c:pt idx="135">
                  <c:v>202</c:v>
                </c:pt>
                <c:pt idx="136">
                  <c:v>202</c:v>
                </c:pt>
                <c:pt idx="137">
                  <c:v>202</c:v>
                </c:pt>
                <c:pt idx="138">
                  <c:v>202</c:v>
                </c:pt>
                <c:pt idx="139">
                  <c:v>202</c:v>
                </c:pt>
                <c:pt idx="140">
                  <c:v>167</c:v>
                </c:pt>
                <c:pt idx="141">
                  <c:v>167</c:v>
                </c:pt>
                <c:pt idx="142">
                  <c:v>167</c:v>
                </c:pt>
                <c:pt idx="143">
                  <c:v>167</c:v>
                </c:pt>
                <c:pt idx="144">
                  <c:v>167</c:v>
                </c:pt>
                <c:pt idx="145">
                  <c:v>167</c:v>
                </c:pt>
                <c:pt idx="146">
                  <c:v>167</c:v>
                </c:pt>
                <c:pt idx="147">
                  <c:v>157</c:v>
                </c:pt>
                <c:pt idx="148">
                  <c:v>157</c:v>
                </c:pt>
                <c:pt idx="149">
                  <c:v>157</c:v>
                </c:pt>
                <c:pt idx="150">
                  <c:v>157</c:v>
                </c:pt>
                <c:pt idx="151">
                  <c:v>157</c:v>
                </c:pt>
                <c:pt idx="152">
                  <c:v>157</c:v>
                </c:pt>
                <c:pt idx="153">
                  <c:v>157</c:v>
                </c:pt>
                <c:pt idx="154">
                  <c:v>156</c:v>
                </c:pt>
                <c:pt idx="155">
                  <c:v>156</c:v>
                </c:pt>
                <c:pt idx="156">
                  <c:v>156</c:v>
                </c:pt>
                <c:pt idx="157">
                  <c:v>156</c:v>
                </c:pt>
                <c:pt idx="158">
                  <c:v>156</c:v>
                </c:pt>
                <c:pt idx="159">
                  <c:v>156</c:v>
                </c:pt>
                <c:pt idx="160">
                  <c:v>156</c:v>
                </c:pt>
                <c:pt idx="161">
                  <c:v>153</c:v>
                </c:pt>
                <c:pt idx="162">
                  <c:v>153</c:v>
                </c:pt>
                <c:pt idx="163">
                  <c:v>153</c:v>
                </c:pt>
                <c:pt idx="164">
                  <c:v>153</c:v>
                </c:pt>
                <c:pt idx="165">
                  <c:v>153</c:v>
                </c:pt>
                <c:pt idx="166">
                  <c:v>153</c:v>
                </c:pt>
                <c:pt idx="167">
                  <c:v>153</c:v>
                </c:pt>
                <c:pt idx="168">
                  <c:v>145</c:v>
                </c:pt>
                <c:pt idx="169">
                  <c:v>145</c:v>
                </c:pt>
                <c:pt idx="170">
                  <c:v>145</c:v>
                </c:pt>
                <c:pt idx="171">
                  <c:v>145</c:v>
                </c:pt>
                <c:pt idx="172">
                  <c:v>145</c:v>
                </c:pt>
                <c:pt idx="173">
                  <c:v>145</c:v>
                </c:pt>
                <c:pt idx="174">
                  <c:v>145</c:v>
                </c:pt>
                <c:pt idx="175">
                  <c:v>141</c:v>
                </c:pt>
                <c:pt idx="176">
                  <c:v>141</c:v>
                </c:pt>
                <c:pt idx="177">
                  <c:v>141</c:v>
                </c:pt>
                <c:pt idx="178">
                  <c:v>141</c:v>
                </c:pt>
                <c:pt idx="179">
                  <c:v>141</c:v>
                </c:pt>
                <c:pt idx="180">
                  <c:v>141</c:v>
                </c:pt>
                <c:pt idx="181">
                  <c:v>141</c:v>
                </c:pt>
                <c:pt idx="182">
                  <c:v>190</c:v>
                </c:pt>
                <c:pt idx="183">
                  <c:v>190</c:v>
                </c:pt>
                <c:pt idx="184">
                  <c:v>190</c:v>
                </c:pt>
                <c:pt idx="185">
                  <c:v>190</c:v>
                </c:pt>
                <c:pt idx="186">
                  <c:v>190</c:v>
                </c:pt>
                <c:pt idx="187">
                  <c:v>190</c:v>
                </c:pt>
                <c:pt idx="188">
                  <c:v>190</c:v>
                </c:pt>
                <c:pt idx="189">
                  <c:v>233</c:v>
                </c:pt>
                <c:pt idx="190">
                  <c:v>233</c:v>
                </c:pt>
                <c:pt idx="191">
                  <c:v>233</c:v>
                </c:pt>
                <c:pt idx="192">
                  <c:v>233</c:v>
                </c:pt>
                <c:pt idx="193">
                  <c:v>233</c:v>
                </c:pt>
                <c:pt idx="194">
                  <c:v>233</c:v>
                </c:pt>
                <c:pt idx="195">
                  <c:v>233</c:v>
                </c:pt>
                <c:pt idx="196">
                  <c:v>272</c:v>
                </c:pt>
                <c:pt idx="197">
                  <c:v>272</c:v>
                </c:pt>
                <c:pt idx="198">
                  <c:v>272</c:v>
                </c:pt>
                <c:pt idx="199">
                  <c:v>272</c:v>
                </c:pt>
                <c:pt idx="200">
                  <c:v>272</c:v>
                </c:pt>
                <c:pt idx="201">
                  <c:v>272</c:v>
                </c:pt>
                <c:pt idx="202">
                  <c:v>272</c:v>
                </c:pt>
                <c:pt idx="203">
                  <c:v>295</c:v>
                </c:pt>
                <c:pt idx="204">
                  <c:v>295</c:v>
                </c:pt>
                <c:pt idx="205">
                  <c:v>295</c:v>
                </c:pt>
                <c:pt idx="206">
                  <c:v>295</c:v>
                </c:pt>
                <c:pt idx="207">
                  <c:v>295</c:v>
                </c:pt>
                <c:pt idx="208">
                  <c:v>295</c:v>
                </c:pt>
                <c:pt idx="209">
                  <c:v>295</c:v>
                </c:pt>
                <c:pt idx="210">
                  <c:v>346</c:v>
                </c:pt>
                <c:pt idx="211">
                  <c:v>346</c:v>
                </c:pt>
                <c:pt idx="212">
                  <c:v>346</c:v>
                </c:pt>
                <c:pt idx="213">
                  <c:v>346</c:v>
                </c:pt>
                <c:pt idx="214">
                  <c:v>346</c:v>
                </c:pt>
                <c:pt idx="215">
                  <c:v>346</c:v>
                </c:pt>
                <c:pt idx="216">
                  <c:v>346</c:v>
                </c:pt>
                <c:pt idx="217">
                  <c:v>340</c:v>
                </c:pt>
                <c:pt idx="218">
                  <c:v>340</c:v>
                </c:pt>
                <c:pt idx="219">
                  <c:v>340</c:v>
                </c:pt>
                <c:pt idx="220">
                  <c:v>340</c:v>
                </c:pt>
                <c:pt idx="221">
                  <c:v>340</c:v>
                </c:pt>
                <c:pt idx="222">
                  <c:v>340</c:v>
                </c:pt>
                <c:pt idx="223">
                  <c:v>340</c:v>
                </c:pt>
                <c:pt idx="224">
                  <c:v>347</c:v>
                </c:pt>
                <c:pt idx="225">
                  <c:v>347</c:v>
                </c:pt>
                <c:pt idx="226">
                  <c:v>347</c:v>
                </c:pt>
                <c:pt idx="227">
                  <c:v>347</c:v>
                </c:pt>
                <c:pt idx="228">
                  <c:v>347</c:v>
                </c:pt>
                <c:pt idx="229">
                  <c:v>347</c:v>
                </c:pt>
                <c:pt idx="230">
                  <c:v>347</c:v>
                </c:pt>
                <c:pt idx="231">
                  <c:v>384</c:v>
                </c:pt>
                <c:pt idx="232">
                  <c:v>384</c:v>
                </c:pt>
                <c:pt idx="233">
                  <c:v>384</c:v>
                </c:pt>
                <c:pt idx="234">
                  <c:v>384</c:v>
                </c:pt>
                <c:pt idx="235">
                  <c:v>384</c:v>
                </c:pt>
                <c:pt idx="236">
                  <c:v>384</c:v>
                </c:pt>
                <c:pt idx="237">
                  <c:v>384</c:v>
                </c:pt>
                <c:pt idx="238">
                  <c:v>611</c:v>
                </c:pt>
                <c:pt idx="239">
                  <c:v>611</c:v>
                </c:pt>
                <c:pt idx="240">
                  <c:v>611</c:v>
                </c:pt>
                <c:pt idx="241">
                  <c:v>611</c:v>
                </c:pt>
                <c:pt idx="242">
                  <c:v>611</c:v>
                </c:pt>
                <c:pt idx="243">
                  <c:v>611</c:v>
                </c:pt>
                <c:pt idx="244">
                  <c:v>611</c:v>
                </c:pt>
                <c:pt idx="245">
                  <c:v>712</c:v>
                </c:pt>
                <c:pt idx="246">
                  <c:v>712</c:v>
                </c:pt>
                <c:pt idx="247">
                  <c:v>712</c:v>
                </c:pt>
                <c:pt idx="248">
                  <c:v>712</c:v>
                </c:pt>
                <c:pt idx="249">
                  <c:v>712</c:v>
                </c:pt>
                <c:pt idx="250">
                  <c:v>712</c:v>
                </c:pt>
                <c:pt idx="251">
                  <c:v>712</c:v>
                </c:pt>
                <c:pt idx="252">
                  <c:v>772</c:v>
                </c:pt>
                <c:pt idx="253">
                  <c:v>772</c:v>
                </c:pt>
                <c:pt idx="254">
                  <c:v>772</c:v>
                </c:pt>
                <c:pt idx="255">
                  <c:v>772</c:v>
                </c:pt>
                <c:pt idx="256">
                  <c:v>772</c:v>
                </c:pt>
                <c:pt idx="257">
                  <c:v>772</c:v>
                </c:pt>
                <c:pt idx="258">
                  <c:v>772</c:v>
                </c:pt>
                <c:pt idx="259">
                  <c:v>656</c:v>
                </c:pt>
                <c:pt idx="260">
                  <c:v>656</c:v>
                </c:pt>
                <c:pt idx="261">
                  <c:v>656</c:v>
                </c:pt>
                <c:pt idx="262">
                  <c:v>656</c:v>
                </c:pt>
                <c:pt idx="263">
                  <c:v>656</c:v>
                </c:pt>
                <c:pt idx="264">
                  <c:v>656</c:v>
                </c:pt>
                <c:pt idx="265">
                  <c:v>656</c:v>
                </c:pt>
                <c:pt idx="266">
                  <c:v>661</c:v>
                </c:pt>
                <c:pt idx="267">
                  <c:v>661</c:v>
                </c:pt>
                <c:pt idx="268">
                  <c:v>661</c:v>
                </c:pt>
                <c:pt idx="269">
                  <c:v>661</c:v>
                </c:pt>
                <c:pt idx="270">
                  <c:v>661</c:v>
                </c:pt>
                <c:pt idx="271">
                  <c:v>661</c:v>
                </c:pt>
                <c:pt idx="272">
                  <c:v>661</c:v>
                </c:pt>
                <c:pt idx="273">
                  <c:v>699</c:v>
                </c:pt>
                <c:pt idx="274">
                  <c:v>699</c:v>
                </c:pt>
                <c:pt idx="275">
                  <c:v>699</c:v>
                </c:pt>
                <c:pt idx="276">
                  <c:v>699</c:v>
                </c:pt>
                <c:pt idx="277">
                  <c:v>699</c:v>
                </c:pt>
                <c:pt idx="278">
                  <c:v>699</c:v>
                </c:pt>
                <c:pt idx="279">
                  <c:v>699</c:v>
                </c:pt>
                <c:pt idx="280">
                  <c:v>614</c:v>
                </c:pt>
                <c:pt idx="281">
                  <c:v>614</c:v>
                </c:pt>
                <c:pt idx="282">
                  <c:v>614</c:v>
                </c:pt>
                <c:pt idx="283">
                  <c:v>614</c:v>
                </c:pt>
                <c:pt idx="284">
                  <c:v>614</c:v>
                </c:pt>
                <c:pt idx="285">
                  <c:v>614</c:v>
                </c:pt>
                <c:pt idx="286">
                  <c:v>614</c:v>
                </c:pt>
                <c:pt idx="287">
                  <c:v>545</c:v>
                </c:pt>
                <c:pt idx="288">
                  <c:v>545</c:v>
                </c:pt>
                <c:pt idx="289">
                  <c:v>545</c:v>
                </c:pt>
                <c:pt idx="290">
                  <c:v>545</c:v>
                </c:pt>
                <c:pt idx="291">
                  <c:v>545</c:v>
                </c:pt>
                <c:pt idx="292">
                  <c:v>545</c:v>
                </c:pt>
                <c:pt idx="293">
                  <c:v>545</c:v>
                </c:pt>
                <c:pt idx="294">
                  <c:v>422</c:v>
                </c:pt>
                <c:pt idx="295">
                  <c:v>422</c:v>
                </c:pt>
                <c:pt idx="296">
                  <c:v>422</c:v>
                </c:pt>
                <c:pt idx="297">
                  <c:v>422</c:v>
                </c:pt>
                <c:pt idx="298">
                  <c:v>422</c:v>
                </c:pt>
                <c:pt idx="299">
                  <c:v>422</c:v>
                </c:pt>
                <c:pt idx="300">
                  <c:v>422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3-33FB-44CB-8366-3F9BB86985AC}"/>
            </c:ext>
          </c:extLst>
        </c:ser>
        <c:ser>
          <c:idx val="2"/>
          <c:order val="2"/>
          <c:tx>
            <c:strRef>
              <c:f>DAU!$F$1</c:f>
              <c:strCache>
                <c:ptCount val="1"/>
                <c:pt idx="0">
                  <c:v>MAU</c:v>
                </c:pt>
              </c:strCache>
            </c:strRef>
          </c:tx>
          <c:spPr>
            <a:ln w="34925" cap="rnd">
              <a:solidFill>
                <a:schemeClr val="accent3"/>
              </a:solidFill>
              <a:round/>
            </a:ln>
            <a:effectLst>
              <a:outerShdw blurRad="50800" dist="38100" dir="5400000" rotWithShape="0">
                <a:srgbClr val="000000">
                  <a:alpha val="46000"/>
                </a:srgbClr>
              </a:outerShdw>
            </a:effectLst>
          </c:spPr>
          <c:marker>
            <c:symbol val="none"/>
          </c:marker>
          <c:dLbls>
            <c:dLbl>
              <c:idx val="252"/>
              <c:layout>
                <c:manualLayout>
                  <c:x val="-4.081307923772997E-2"/>
                  <c:y val="-3.383494857128804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33FB-44CB-8366-3F9BB86985A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DAU!$A$4:$A$304</c:f>
              <c:numCache>
                <c:formatCode>m/d/yyyy</c:formatCode>
                <c:ptCount val="301"/>
                <c:pt idx="0">
                  <c:v>44746</c:v>
                </c:pt>
                <c:pt idx="1">
                  <c:v>44747</c:v>
                </c:pt>
                <c:pt idx="2">
                  <c:v>44748</c:v>
                </c:pt>
                <c:pt idx="3">
                  <c:v>44749</c:v>
                </c:pt>
                <c:pt idx="4">
                  <c:v>44750</c:v>
                </c:pt>
                <c:pt idx="5">
                  <c:v>44751</c:v>
                </c:pt>
                <c:pt idx="6">
                  <c:v>44752</c:v>
                </c:pt>
                <c:pt idx="7">
                  <c:v>44753</c:v>
                </c:pt>
                <c:pt idx="8">
                  <c:v>44754</c:v>
                </c:pt>
                <c:pt idx="9">
                  <c:v>44755</c:v>
                </c:pt>
                <c:pt idx="10">
                  <c:v>44756</c:v>
                </c:pt>
                <c:pt idx="11">
                  <c:v>44757</c:v>
                </c:pt>
                <c:pt idx="12">
                  <c:v>44758</c:v>
                </c:pt>
                <c:pt idx="13">
                  <c:v>44759</c:v>
                </c:pt>
                <c:pt idx="14">
                  <c:v>44760</c:v>
                </c:pt>
                <c:pt idx="15">
                  <c:v>44761</c:v>
                </c:pt>
                <c:pt idx="16">
                  <c:v>44762</c:v>
                </c:pt>
                <c:pt idx="17">
                  <c:v>44763</c:v>
                </c:pt>
                <c:pt idx="18">
                  <c:v>44764</c:v>
                </c:pt>
                <c:pt idx="19">
                  <c:v>44765</c:v>
                </c:pt>
                <c:pt idx="20">
                  <c:v>44766</c:v>
                </c:pt>
                <c:pt idx="21">
                  <c:v>44767</c:v>
                </c:pt>
                <c:pt idx="22">
                  <c:v>44768</c:v>
                </c:pt>
                <c:pt idx="23">
                  <c:v>44769</c:v>
                </c:pt>
                <c:pt idx="24">
                  <c:v>44770</c:v>
                </c:pt>
                <c:pt idx="25">
                  <c:v>44771</c:v>
                </c:pt>
                <c:pt idx="26">
                  <c:v>44772</c:v>
                </c:pt>
                <c:pt idx="27">
                  <c:v>44773</c:v>
                </c:pt>
                <c:pt idx="28">
                  <c:v>44774</c:v>
                </c:pt>
                <c:pt idx="29">
                  <c:v>44775</c:v>
                </c:pt>
                <c:pt idx="30">
                  <c:v>44776</c:v>
                </c:pt>
                <c:pt idx="31">
                  <c:v>44777</c:v>
                </c:pt>
                <c:pt idx="32">
                  <c:v>44778</c:v>
                </c:pt>
                <c:pt idx="33">
                  <c:v>44779</c:v>
                </c:pt>
                <c:pt idx="34">
                  <c:v>44780</c:v>
                </c:pt>
                <c:pt idx="35">
                  <c:v>44781</c:v>
                </c:pt>
                <c:pt idx="36">
                  <c:v>44782</c:v>
                </c:pt>
                <c:pt idx="37">
                  <c:v>44783</c:v>
                </c:pt>
                <c:pt idx="38">
                  <c:v>44784</c:v>
                </c:pt>
                <c:pt idx="39">
                  <c:v>44785</c:v>
                </c:pt>
                <c:pt idx="40">
                  <c:v>44786</c:v>
                </c:pt>
                <c:pt idx="41">
                  <c:v>44787</c:v>
                </c:pt>
                <c:pt idx="42">
                  <c:v>44788</c:v>
                </c:pt>
                <c:pt idx="43">
                  <c:v>44789</c:v>
                </c:pt>
                <c:pt idx="44">
                  <c:v>44790</c:v>
                </c:pt>
                <c:pt idx="45">
                  <c:v>44791</c:v>
                </c:pt>
                <c:pt idx="46">
                  <c:v>44792</c:v>
                </c:pt>
                <c:pt idx="47">
                  <c:v>44793</c:v>
                </c:pt>
                <c:pt idx="48">
                  <c:v>44794</c:v>
                </c:pt>
                <c:pt idx="49">
                  <c:v>44795</c:v>
                </c:pt>
                <c:pt idx="50">
                  <c:v>44796</c:v>
                </c:pt>
                <c:pt idx="51">
                  <c:v>44797</c:v>
                </c:pt>
                <c:pt idx="52">
                  <c:v>44798</c:v>
                </c:pt>
                <c:pt idx="53">
                  <c:v>44799</c:v>
                </c:pt>
                <c:pt idx="54">
                  <c:v>44800</c:v>
                </c:pt>
                <c:pt idx="55">
                  <c:v>44801</c:v>
                </c:pt>
                <c:pt idx="56">
                  <c:v>44802</c:v>
                </c:pt>
                <c:pt idx="57">
                  <c:v>44803</c:v>
                </c:pt>
                <c:pt idx="58">
                  <c:v>44804</c:v>
                </c:pt>
                <c:pt idx="59">
                  <c:v>44805</c:v>
                </c:pt>
                <c:pt idx="60">
                  <c:v>44806</c:v>
                </c:pt>
                <c:pt idx="61">
                  <c:v>44807</c:v>
                </c:pt>
                <c:pt idx="62">
                  <c:v>44808</c:v>
                </c:pt>
                <c:pt idx="63">
                  <c:v>44809</c:v>
                </c:pt>
                <c:pt idx="64">
                  <c:v>44810</c:v>
                </c:pt>
                <c:pt idx="65">
                  <c:v>44811</c:v>
                </c:pt>
                <c:pt idx="66">
                  <c:v>44812</c:v>
                </c:pt>
                <c:pt idx="67">
                  <c:v>44813</c:v>
                </c:pt>
                <c:pt idx="68">
                  <c:v>44814</c:v>
                </c:pt>
                <c:pt idx="69">
                  <c:v>44815</c:v>
                </c:pt>
                <c:pt idx="70">
                  <c:v>44816</c:v>
                </c:pt>
                <c:pt idx="71">
                  <c:v>44817</c:v>
                </c:pt>
                <c:pt idx="72">
                  <c:v>44818</c:v>
                </c:pt>
                <c:pt idx="73">
                  <c:v>44819</c:v>
                </c:pt>
                <c:pt idx="74">
                  <c:v>44820</c:v>
                </c:pt>
                <c:pt idx="75">
                  <c:v>44821</c:v>
                </c:pt>
                <c:pt idx="76">
                  <c:v>44822</c:v>
                </c:pt>
                <c:pt idx="77">
                  <c:v>44823</c:v>
                </c:pt>
                <c:pt idx="78">
                  <c:v>44824</c:v>
                </c:pt>
                <c:pt idx="79">
                  <c:v>44825</c:v>
                </c:pt>
                <c:pt idx="80">
                  <c:v>44826</c:v>
                </c:pt>
                <c:pt idx="81">
                  <c:v>44827</c:v>
                </c:pt>
                <c:pt idx="82">
                  <c:v>44828</c:v>
                </c:pt>
                <c:pt idx="83">
                  <c:v>44829</c:v>
                </c:pt>
                <c:pt idx="84">
                  <c:v>44830</c:v>
                </c:pt>
                <c:pt idx="85">
                  <c:v>44831</c:v>
                </c:pt>
                <c:pt idx="86">
                  <c:v>44832</c:v>
                </c:pt>
                <c:pt idx="87">
                  <c:v>44833</c:v>
                </c:pt>
                <c:pt idx="88">
                  <c:v>44834</c:v>
                </c:pt>
                <c:pt idx="89">
                  <c:v>44835</c:v>
                </c:pt>
                <c:pt idx="90">
                  <c:v>44836</c:v>
                </c:pt>
                <c:pt idx="91">
                  <c:v>44837</c:v>
                </c:pt>
                <c:pt idx="92">
                  <c:v>44838</c:v>
                </c:pt>
                <c:pt idx="93">
                  <c:v>44839</c:v>
                </c:pt>
                <c:pt idx="94">
                  <c:v>44840</c:v>
                </c:pt>
                <c:pt idx="95">
                  <c:v>44841</c:v>
                </c:pt>
                <c:pt idx="96">
                  <c:v>44842</c:v>
                </c:pt>
                <c:pt idx="97">
                  <c:v>44843</c:v>
                </c:pt>
                <c:pt idx="98">
                  <c:v>44844</c:v>
                </c:pt>
                <c:pt idx="99">
                  <c:v>44845</c:v>
                </c:pt>
                <c:pt idx="100">
                  <c:v>44846</c:v>
                </c:pt>
                <c:pt idx="101">
                  <c:v>44847</c:v>
                </c:pt>
                <c:pt idx="102">
                  <c:v>44848</c:v>
                </c:pt>
                <c:pt idx="103">
                  <c:v>44849</c:v>
                </c:pt>
                <c:pt idx="104">
                  <c:v>44850</c:v>
                </c:pt>
                <c:pt idx="105">
                  <c:v>44851</c:v>
                </c:pt>
                <c:pt idx="106">
                  <c:v>44852</c:v>
                </c:pt>
                <c:pt idx="107">
                  <c:v>44853</c:v>
                </c:pt>
                <c:pt idx="108">
                  <c:v>44854</c:v>
                </c:pt>
                <c:pt idx="109">
                  <c:v>44855</c:v>
                </c:pt>
                <c:pt idx="110">
                  <c:v>44856</c:v>
                </c:pt>
                <c:pt idx="111">
                  <c:v>44857</c:v>
                </c:pt>
                <c:pt idx="112">
                  <c:v>44858</c:v>
                </c:pt>
                <c:pt idx="113">
                  <c:v>44859</c:v>
                </c:pt>
                <c:pt idx="114">
                  <c:v>44860</c:v>
                </c:pt>
                <c:pt idx="115">
                  <c:v>44861</c:v>
                </c:pt>
                <c:pt idx="116">
                  <c:v>44862</c:v>
                </c:pt>
                <c:pt idx="117">
                  <c:v>44863</c:v>
                </c:pt>
                <c:pt idx="118">
                  <c:v>44864</c:v>
                </c:pt>
                <c:pt idx="119">
                  <c:v>44865</c:v>
                </c:pt>
                <c:pt idx="120">
                  <c:v>44866</c:v>
                </c:pt>
                <c:pt idx="121">
                  <c:v>44867</c:v>
                </c:pt>
                <c:pt idx="122">
                  <c:v>44868</c:v>
                </c:pt>
                <c:pt idx="123">
                  <c:v>44869</c:v>
                </c:pt>
                <c:pt idx="124">
                  <c:v>44870</c:v>
                </c:pt>
                <c:pt idx="125">
                  <c:v>44871</c:v>
                </c:pt>
                <c:pt idx="126">
                  <c:v>44872</c:v>
                </c:pt>
                <c:pt idx="127">
                  <c:v>44873</c:v>
                </c:pt>
                <c:pt idx="128">
                  <c:v>44874</c:v>
                </c:pt>
                <c:pt idx="129">
                  <c:v>44875</c:v>
                </c:pt>
                <c:pt idx="130">
                  <c:v>44876</c:v>
                </c:pt>
                <c:pt idx="131">
                  <c:v>44877</c:v>
                </c:pt>
                <c:pt idx="132">
                  <c:v>44878</c:v>
                </c:pt>
                <c:pt idx="133">
                  <c:v>44879</c:v>
                </c:pt>
                <c:pt idx="134">
                  <c:v>44880</c:v>
                </c:pt>
                <c:pt idx="135">
                  <c:v>44881</c:v>
                </c:pt>
                <c:pt idx="136">
                  <c:v>44882</c:v>
                </c:pt>
                <c:pt idx="137">
                  <c:v>44883</c:v>
                </c:pt>
                <c:pt idx="138">
                  <c:v>44884</c:v>
                </c:pt>
                <c:pt idx="139">
                  <c:v>44885</c:v>
                </c:pt>
                <c:pt idx="140">
                  <c:v>44886</c:v>
                </c:pt>
                <c:pt idx="141">
                  <c:v>44887</c:v>
                </c:pt>
                <c:pt idx="142">
                  <c:v>44888</c:v>
                </c:pt>
                <c:pt idx="143">
                  <c:v>44889</c:v>
                </c:pt>
                <c:pt idx="144">
                  <c:v>44890</c:v>
                </c:pt>
                <c:pt idx="145">
                  <c:v>44891</c:v>
                </c:pt>
                <c:pt idx="146">
                  <c:v>44892</c:v>
                </c:pt>
                <c:pt idx="147">
                  <c:v>44893</c:v>
                </c:pt>
                <c:pt idx="148">
                  <c:v>44894</c:v>
                </c:pt>
                <c:pt idx="149">
                  <c:v>44895</c:v>
                </c:pt>
                <c:pt idx="150">
                  <c:v>44896</c:v>
                </c:pt>
                <c:pt idx="151">
                  <c:v>44897</c:v>
                </c:pt>
                <c:pt idx="152">
                  <c:v>44898</c:v>
                </c:pt>
                <c:pt idx="153">
                  <c:v>44899</c:v>
                </c:pt>
                <c:pt idx="154">
                  <c:v>44900</c:v>
                </c:pt>
                <c:pt idx="155">
                  <c:v>44901</c:v>
                </c:pt>
                <c:pt idx="156">
                  <c:v>44902</c:v>
                </c:pt>
                <c:pt idx="157">
                  <c:v>44903</c:v>
                </c:pt>
                <c:pt idx="158">
                  <c:v>44904</c:v>
                </c:pt>
                <c:pt idx="159">
                  <c:v>44905</c:v>
                </c:pt>
                <c:pt idx="160">
                  <c:v>44906</c:v>
                </c:pt>
                <c:pt idx="161">
                  <c:v>44907</c:v>
                </c:pt>
                <c:pt idx="162">
                  <c:v>44908</c:v>
                </c:pt>
                <c:pt idx="163">
                  <c:v>44909</c:v>
                </c:pt>
                <c:pt idx="164">
                  <c:v>44910</c:v>
                </c:pt>
                <c:pt idx="165">
                  <c:v>44911</c:v>
                </c:pt>
                <c:pt idx="166">
                  <c:v>44912</c:v>
                </c:pt>
                <c:pt idx="167">
                  <c:v>44913</c:v>
                </c:pt>
                <c:pt idx="168">
                  <c:v>44914</c:v>
                </c:pt>
                <c:pt idx="169">
                  <c:v>44915</c:v>
                </c:pt>
                <c:pt idx="170">
                  <c:v>44916</c:v>
                </c:pt>
                <c:pt idx="171">
                  <c:v>44917</c:v>
                </c:pt>
                <c:pt idx="172">
                  <c:v>44918</c:v>
                </c:pt>
                <c:pt idx="173">
                  <c:v>44919</c:v>
                </c:pt>
                <c:pt idx="174">
                  <c:v>44920</c:v>
                </c:pt>
                <c:pt idx="175">
                  <c:v>44921</c:v>
                </c:pt>
                <c:pt idx="176">
                  <c:v>44922</c:v>
                </c:pt>
                <c:pt idx="177">
                  <c:v>44923</c:v>
                </c:pt>
                <c:pt idx="178">
                  <c:v>44924</c:v>
                </c:pt>
                <c:pt idx="179">
                  <c:v>44925</c:v>
                </c:pt>
                <c:pt idx="180">
                  <c:v>44926</c:v>
                </c:pt>
                <c:pt idx="181">
                  <c:v>44927</c:v>
                </c:pt>
                <c:pt idx="182">
                  <c:v>44928</c:v>
                </c:pt>
                <c:pt idx="183">
                  <c:v>44929</c:v>
                </c:pt>
                <c:pt idx="184">
                  <c:v>44930</c:v>
                </c:pt>
                <c:pt idx="185">
                  <c:v>44931</c:v>
                </c:pt>
                <c:pt idx="186">
                  <c:v>44932</c:v>
                </c:pt>
                <c:pt idx="187">
                  <c:v>44933</c:v>
                </c:pt>
                <c:pt idx="188">
                  <c:v>44934</c:v>
                </c:pt>
                <c:pt idx="189">
                  <c:v>44935</c:v>
                </c:pt>
                <c:pt idx="190">
                  <c:v>44936</c:v>
                </c:pt>
                <c:pt idx="191">
                  <c:v>44937</c:v>
                </c:pt>
                <c:pt idx="192">
                  <c:v>44938</c:v>
                </c:pt>
                <c:pt idx="193">
                  <c:v>44939</c:v>
                </c:pt>
                <c:pt idx="194">
                  <c:v>44940</c:v>
                </c:pt>
                <c:pt idx="195">
                  <c:v>44941</c:v>
                </c:pt>
                <c:pt idx="196">
                  <c:v>44942</c:v>
                </c:pt>
                <c:pt idx="197">
                  <c:v>44943</c:v>
                </c:pt>
                <c:pt idx="198">
                  <c:v>44944</c:v>
                </c:pt>
                <c:pt idx="199">
                  <c:v>44945</c:v>
                </c:pt>
                <c:pt idx="200">
                  <c:v>44946</c:v>
                </c:pt>
                <c:pt idx="201">
                  <c:v>44947</c:v>
                </c:pt>
                <c:pt idx="202">
                  <c:v>44948</c:v>
                </c:pt>
                <c:pt idx="203">
                  <c:v>44949</c:v>
                </c:pt>
                <c:pt idx="204">
                  <c:v>44950</c:v>
                </c:pt>
                <c:pt idx="205">
                  <c:v>44951</c:v>
                </c:pt>
                <c:pt idx="206">
                  <c:v>44952</c:v>
                </c:pt>
                <c:pt idx="207">
                  <c:v>44953</c:v>
                </c:pt>
                <c:pt idx="208">
                  <c:v>44954</c:v>
                </c:pt>
                <c:pt idx="209">
                  <c:v>44955</c:v>
                </c:pt>
                <c:pt idx="210">
                  <c:v>44956</c:v>
                </c:pt>
                <c:pt idx="211">
                  <c:v>44957</c:v>
                </c:pt>
                <c:pt idx="212">
                  <c:v>44958</c:v>
                </c:pt>
                <c:pt idx="213">
                  <c:v>44959</c:v>
                </c:pt>
                <c:pt idx="214">
                  <c:v>44960</c:v>
                </c:pt>
                <c:pt idx="215">
                  <c:v>44961</c:v>
                </c:pt>
                <c:pt idx="216">
                  <c:v>44962</c:v>
                </c:pt>
                <c:pt idx="217">
                  <c:v>44963</c:v>
                </c:pt>
                <c:pt idx="218">
                  <c:v>44964</c:v>
                </c:pt>
                <c:pt idx="219">
                  <c:v>44965</c:v>
                </c:pt>
                <c:pt idx="220">
                  <c:v>44966</c:v>
                </c:pt>
                <c:pt idx="221">
                  <c:v>44967</c:v>
                </c:pt>
                <c:pt idx="222">
                  <c:v>44968</c:v>
                </c:pt>
                <c:pt idx="223">
                  <c:v>44969</c:v>
                </c:pt>
                <c:pt idx="224">
                  <c:v>44970</c:v>
                </c:pt>
                <c:pt idx="225">
                  <c:v>44971</c:v>
                </c:pt>
                <c:pt idx="226">
                  <c:v>44972</c:v>
                </c:pt>
                <c:pt idx="227">
                  <c:v>44973</c:v>
                </c:pt>
                <c:pt idx="228">
                  <c:v>44974</c:v>
                </c:pt>
                <c:pt idx="229">
                  <c:v>44975</c:v>
                </c:pt>
                <c:pt idx="230">
                  <c:v>44976</c:v>
                </c:pt>
                <c:pt idx="231">
                  <c:v>44977</c:v>
                </c:pt>
                <c:pt idx="232">
                  <c:v>44978</c:v>
                </c:pt>
                <c:pt idx="233">
                  <c:v>44979</c:v>
                </c:pt>
                <c:pt idx="234">
                  <c:v>44980</c:v>
                </c:pt>
                <c:pt idx="235">
                  <c:v>44981</c:v>
                </c:pt>
                <c:pt idx="236">
                  <c:v>44982</c:v>
                </c:pt>
                <c:pt idx="237">
                  <c:v>44983</c:v>
                </c:pt>
                <c:pt idx="238">
                  <c:v>44984</c:v>
                </c:pt>
                <c:pt idx="239">
                  <c:v>44985</c:v>
                </c:pt>
                <c:pt idx="240">
                  <c:v>44986</c:v>
                </c:pt>
                <c:pt idx="241">
                  <c:v>44987</c:v>
                </c:pt>
                <c:pt idx="242">
                  <c:v>44988</c:v>
                </c:pt>
                <c:pt idx="243">
                  <c:v>44989</c:v>
                </c:pt>
                <c:pt idx="244">
                  <c:v>44990</c:v>
                </c:pt>
                <c:pt idx="245">
                  <c:v>44991</c:v>
                </c:pt>
                <c:pt idx="246">
                  <c:v>44992</c:v>
                </c:pt>
                <c:pt idx="247">
                  <c:v>44993</c:v>
                </c:pt>
                <c:pt idx="248">
                  <c:v>44994</c:v>
                </c:pt>
                <c:pt idx="249">
                  <c:v>44995</c:v>
                </c:pt>
                <c:pt idx="250">
                  <c:v>44996</c:v>
                </c:pt>
                <c:pt idx="251">
                  <c:v>44997</c:v>
                </c:pt>
                <c:pt idx="252">
                  <c:v>44998</c:v>
                </c:pt>
                <c:pt idx="253">
                  <c:v>44999</c:v>
                </c:pt>
                <c:pt idx="254">
                  <c:v>45000</c:v>
                </c:pt>
                <c:pt idx="255">
                  <c:v>45001</c:v>
                </c:pt>
                <c:pt idx="256">
                  <c:v>45002</c:v>
                </c:pt>
                <c:pt idx="257">
                  <c:v>45003</c:v>
                </c:pt>
                <c:pt idx="258">
                  <c:v>45004</c:v>
                </c:pt>
                <c:pt idx="259">
                  <c:v>45005</c:v>
                </c:pt>
                <c:pt idx="260">
                  <c:v>45006</c:v>
                </c:pt>
                <c:pt idx="261">
                  <c:v>45007</c:v>
                </c:pt>
                <c:pt idx="262">
                  <c:v>45008</c:v>
                </c:pt>
                <c:pt idx="263">
                  <c:v>45009</c:v>
                </c:pt>
                <c:pt idx="264">
                  <c:v>45010</c:v>
                </c:pt>
                <c:pt idx="265">
                  <c:v>45011</c:v>
                </c:pt>
                <c:pt idx="266">
                  <c:v>45012</c:v>
                </c:pt>
                <c:pt idx="267">
                  <c:v>45013</c:v>
                </c:pt>
                <c:pt idx="268">
                  <c:v>45014</c:v>
                </c:pt>
                <c:pt idx="269">
                  <c:v>45015</c:v>
                </c:pt>
                <c:pt idx="270">
                  <c:v>45016</c:v>
                </c:pt>
                <c:pt idx="271">
                  <c:v>45017</c:v>
                </c:pt>
                <c:pt idx="272">
                  <c:v>45018</c:v>
                </c:pt>
                <c:pt idx="273">
                  <c:v>45019</c:v>
                </c:pt>
                <c:pt idx="274">
                  <c:v>45020</c:v>
                </c:pt>
                <c:pt idx="275">
                  <c:v>45021</c:v>
                </c:pt>
                <c:pt idx="276">
                  <c:v>45022</c:v>
                </c:pt>
                <c:pt idx="277">
                  <c:v>45023</c:v>
                </c:pt>
                <c:pt idx="278">
                  <c:v>45024</c:v>
                </c:pt>
                <c:pt idx="279">
                  <c:v>45025</c:v>
                </c:pt>
                <c:pt idx="280">
                  <c:v>45026</c:v>
                </c:pt>
                <c:pt idx="281">
                  <c:v>45027</c:v>
                </c:pt>
                <c:pt idx="282">
                  <c:v>45028</c:v>
                </c:pt>
                <c:pt idx="283">
                  <c:v>45029</c:v>
                </c:pt>
                <c:pt idx="284">
                  <c:v>45030</c:v>
                </c:pt>
                <c:pt idx="285">
                  <c:v>45031</c:v>
                </c:pt>
                <c:pt idx="286">
                  <c:v>45032</c:v>
                </c:pt>
                <c:pt idx="287">
                  <c:v>45033</c:v>
                </c:pt>
                <c:pt idx="288">
                  <c:v>45034</c:v>
                </c:pt>
                <c:pt idx="289">
                  <c:v>45035</c:v>
                </c:pt>
                <c:pt idx="290">
                  <c:v>45036</c:v>
                </c:pt>
                <c:pt idx="291">
                  <c:v>45037</c:v>
                </c:pt>
                <c:pt idx="292">
                  <c:v>45038</c:v>
                </c:pt>
                <c:pt idx="293">
                  <c:v>45039</c:v>
                </c:pt>
                <c:pt idx="294">
                  <c:v>45040</c:v>
                </c:pt>
                <c:pt idx="295">
                  <c:v>45041</c:v>
                </c:pt>
                <c:pt idx="296">
                  <c:v>45042</c:v>
                </c:pt>
                <c:pt idx="297">
                  <c:v>45043</c:v>
                </c:pt>
                <c:pt idx="298">
                  <c:v>45044</c:v>
                </c:pt>
                <c:pt idx="299">
                  <c:v>45045</c:v>
                </c:pt>
                <c:pt idx="300">
                  <c:v>45046</c:v>
                </c:pt>
              </c:numCache>
              <c:extLst/>
            </c:numRef>
          </c:cat>
          <c:val>
            <c:numRef>
              <c:f>DAU!$F$4:$F$304</c:f>
              <c:numCache>
                <c:formatCode>General</c:formatCode>
                <c:ptCount val="301"/>
                <c:pt idx="0">
                  <c:v>193</c:v>
                </c:pt>
                <c:pt idx="1">
                  <c:v>193</c:v>
                </c:pt>
                <c:pt idx="2">
                  <c:v>193</c:v>
                </c:pt>
                <c:pt idx="3">
                  <c:v>193</c:v>
                </c:pt>
                <c:pt idx="4">
                  <c:v>193</c:v>
                </c:pt>
                <c:pt idx="5">
                  <c:v>193</c:v>
                </c:pt>
                <c:pt idx="6">
                  <c:v>193</c:v>
                </c:pt>
                <c:pt idx="7">
                  <c:v>193</c:v>
                </c:pt>
                <c:pt idx="8">
                  <c:v>193</c:v>
                </c:pt>
                <c:pt idx="9">
                  <c:v>193</c:v>
                </c:pt>
                <c:pt idx="10">
                  <c:v>193</c:v>
                </c:pt>
                <c:pt idx="11">
                  <c:v>193</c:v>
                </c:pt>
                <c:pt idx="12">
                  <c:v>193</c:v>
                </c:pt>
                <c:pt idx="13">
                  <c:v>193</c:v>
                </c:pt>
                <c:pt idx="14">
                  <c:v>193</c:v>
                </c:pt>
                <c:pt idx="15">
                  <c:v>193</c:v>
                </c:pt>
                <c:pt idx="16">
                  <c:v>193</c:v>
                </c:pt>
                <c:pt idx="17">
                  <c:v>193</c:v>
                </c:pt>
                <c:pt idx="18">
                  <c:v>193</c:v>
                </c:pt>
                <c:pt idx="19">
                  <c:v>193</c:v>
                </c:pt>
                <c:pt idx="20">
                  <c:v>193</c:v>
                </c:pt>
                <c:pt idx="21">
                  <c:v>193</c:v>
                </c:pt>
                <c:pt idx="22">
                  <c:v>193</c:v>
                </c:pt>
                <c:pt idx="23">
                  <c:v>193</c:v>
                </c:pt>
                <c:pt idx="24">
                  <c:v>193</c:v>
                </c:pt>
                <c:pt idx="25">
                  <c:v>193</c:v>
                </c:pt>
                <c:pt idx="26">
                  <c:v>193</c:v>
                </c:pt>
                <c:pt idx="27">
                  <c:v>193</c:v>
                </c:pt>
                <c:pt idx="28">
                  <c:v>366</c:v>
                </c:pt>
                <c:pt idx="29">
                  <c:v>366</c:v>
                </c:pt>
                <c:pt idx="30">
                  <c:v>366</c:v>
                </c:pt>
                <c:pt idx="31">
                  <c:v>366</c:v>
                </c:pt>
                <c:pt idx="32">
                  <c:v>366</c:v>
                </c:pt>
                <c:pt idx="33">
                  <c:v>366</c:v>
                </c:pt>
                <c:pt idx="34">
                  <c:v>366</c:v>
                </c:pt>
                <c:pt idx="35">
                  <c:v>366</c:v>
                </c:pt>
                <c:pt idx="36">
                  <c:v>366</c:v>
                </c:pt>
                <c:pt idx="37">
                  <c:v>366</c:v>
                </c:pt>
                <c:pt idx="38">
                  <c:v>366</c:v>
                </c:pt>
                <c:pt idx="39">
                  <c:v>366</c:v>
                </c:pt>
                <c:pt idx="40">
                  <c:v>366</c:v>
                </c:pt>
                <c:pt idx="41">
                  <c:v>366</c:v>
                </c:pt>
                <c:pt idx="42">
                  <c:v>366</c:v>
                </c:pt>
                <c:pt idx="43">
                  <c:v>366</c:v>
                </c:pt>
                <c:pt idx="44">
                  <c:v>366</c:v>
                </c:pt>
                <c:pt idx="45">
                  <c:v>366</c:v>
                </c:pt>
                <c:pt idx="46">
                  <c:v>366</c:v>
                </c:pt>
                <c:pt idx="47">
                  <c:v>366</c:v>
                </c:pt>
                <c:pt idx="48">
                  <c:v>366</c:v>
                </c:pt>
                <c:pt idx="49">
                  <c:v>366</c:v>
                </c:pt>
                <c:pt idx="50">
                  <c:v>366</c:v>
                </c:pt>
                <c:pt idx="51">
                  <c:v>366</c:v>
                </c:pt>
                <c:pt idx="52">
                  <c:v>366</c:v>
                </c:pt>
                <c:pt idx="53">
                  <c:v>366</c:v>
                </c:pt>
                <c:pt idx="54">
                  <c:v>366</c:v>
                </c:pt>
                <c:pt idx="55">
                  <c:v>366</c:v>
                </c:pt>
                <c:pt idx="56">
                  <c:v>366</c:v>
                </c:pt>
                <c:pt idx="57">
                  <c:v>366</c:v>
                </c:pt>
                <c:pt idx="58">
                  <c:v>366</c:v>
                </c:pt>
                <c:pt idx="59">
                  <c:v>378</c:v>
                </c:pt>
                <c:pt idx="60">
                  <c:v>378</c:v>
                </c:pt>
                <c:pt idx="61">
                  <c:v>378</c:v>
                </c:pt>
                <c:pt idx="62">
                  <c:v>378</c:v>
                </c:pt>
                <c:pt idx="63">
                  <c:v>378</c:v>
                </c:pt>
                <c:pt idx="64">
                  <c:v>378</c:v>
                </c:pt>
                <c:pt idx="65">
                  <c:v>378</c:v>
                </c:pt>
                <c:pt idx="66">
                  <c:v>378</c:v>
                </c:pt>
                <c:pt idx="67">
                  <c:v>378</c:v>
                </c:pt>
                <c:pt idx="68">
                  <c:v>378</c:v>
                </c:pt>
                <c:pt idx="69">
                  <c:v>378</c:v>
                </c:pt>
                <c:pt idx="70">
                  <c:v>378</c:v>
                </c:pt>
                <c:pt idx="71">
                  <c:v>378</c:v>
                </c:pt>
                <c:pt idx="72">
                  <c:v>378</c:v>
                </c:pt>
                <c:pt idx="73">
                  <c:v>378</c:v>
                </c:pt>
                <c:pt idx="74">
                  <c:v>378</c:v>
                </c:pt>
                <c:pt idx="75">
                  <c:v>378</c:v>
                </c:pt>
                <c:pt idx="76">
                  <c:v>378</c:v>
                </c:pt>
                <c:pt idx="77">
                  <c:v>378</c:v>
                </c:pt>
                <c:pt idx="78">
                  <c:v>378</c:v>
                </c:pt>
                <c:pt idx="79">
                  <c:v>378</c:v>
                </c:pt>
                <c:pt idx="80">
                  <c:v>378</c:v>
                </c:pt>
                <c:pt idx="81">
                  <c:v>378</c:v>
                </c:pt>
                <c:pt idx="82">
                  <c:v>378</c:v>
                </c:pt>
                <c:pt idx="83">
                  <c:v>378</c:v>
                </c:pt>
                <c:pt idx="84">
                  <c:v>378</c:v>
                </c:pt>
                <c:pt idx="85">
                  <c:v>378</c:v>
                </c:pt>
                <c:pt idx="86">
                  <c:v>378</c:v>
                </c:pt>
                <c:pt idx="87">
                  <c:v>378</c:v>
                </c:pt>
                <c:pt idx="88">
                  <c:v>378</c:v>
                </c:pt>
                <c:pt idx="89">
                  <c:v>393</c:v>
                </c:pt>
                <c:pt idx="90">
                  <c:v>393</c:v>
                </c:pt>
                <c:pt idx="91">
                  <c:v>393</c:v>
                </c:pt>
                <c:pt idx="92">
                  <c:v>393</c:v>
                </c:pt>
                <c:pt idx="93">
                  <c:v>393</c:v>
                </c:pt>
                <c:pt idx="94">
                  <c:v>393</c:v>
                </c:pt>
                <c:pt idx="95">
                  <c:v>393</c:v>
                </c:pt>
                <c:pt idx="96">
                  <c:v>393</c:v>
                </c:pt>
                <c:pt idx="97">
                  <c:v>393</c:v>
                </c:pt>
                <c:pt idx="98">
                  <c:v>393</c:v>
                </c:pt>
                <c:pt idx="99">
                  <c:v>393</c:v>
                </c:pt>
                <c:pt idx="100">
                  <c:v>393</c:v>
                </c:pt>
                <c:pt idx="101">
                  <c:v>393</c:v>
                </c:pt>
                <c:pt idx="102">
                  <c:v>393</c:v>
                </c:pt>
                <c:pt idx="103">
                  <c:v>393</c:v>
                </c:pt>
                <c:pt idx="104">
                  <c:v>393</c:v>
                </c:pt>
                <c:pt idx="105">
                  <c:v>393</c:v>
                </c:pt>
                <c:pt idx="106">
                  <c:v>393</c:v>
                </c:pt>
                <c:pt idx="107">
                  <c:v>393</c:v>
                </c:pt>
                <c:pt idx="108">
                  <c:v>393</c:v>
                </c:pt>
                <c:pt idx="109">
                  <c:v>393</c:v>
                </c:pt>
                <c:pt idx="110">
                  <c:v>393</c:v>
                </c:pt>
                <c:pt idx="111">
                  <c:v>393</c:v>
                </c:pt>
                <c:pt idx="112">
                  <c:v>393</c:v>
                </c:pt>
                <c:pt idx="113">
                  <c:v>393</c:v>
                </c:pt>
                <c:pt idx="114">
                  <c:v>393</c:v>
                </c:pt>
                <c:pt idx="115">
                  <c:v>393</c:v>
                </c:pt>
                <c:pt idx="116">
                  <c:v>393</c:v>
                </c:pt>
                <c:pt idx="117">
                  <c:v>393</c:v>
                </c:pt>
                <c:pt idx="118">
                  <c:v>393</c:v>
                </c:pt>
                <c:pt idx="119">
                  <c:v>393</c:v>
                </c:pt>
                <c:pt idx="120">
                  <c:v>426</c:v>
                </c:pt>
                <c:pt idx="121">
                  <c:v>426</c:v>
                </c:pt>
                <c:pt idx="122">
                  <c:v>426</c:v>
                </c:pt>
                <c:pt idx="123">
                  <c:v>426</c:v>
                </c:pt>
                <c:pt idx="124">
                  <c:v>426</c:v>
                </c:pt>
                <c:pt idx="125">
                  <c:v>426</c:v>
                </c:pt>
                <c:pt idx="126">
                  <c:v>426</c:v>
                </c:pt>
                <c:pt idx="127">
                  <c:v>426</c:v>
                </c:pt>
                <c:pt idx="128">
                  <c:v>426</c:v>
                </c:pt>
                <c:pt idx="129">
                  <c:v>426</c:v>
                </c:pt>
                <c:pt idx="130">
                  <c:v>426</c:v>
                </c:pt>
                <c:pt idx="131">
                  <c:v>426</c:v>
                </c:pt>
                <c:pt idx="132">
                  <c:v>426</c:v>
                </c:pt>
                <c:pt idx="133">
                  <c:v>426</c:v>
                </c:pt>
                <c:pt idx="134">
                  <c:v>426</c:v>
                </c:pt>
                <c:pt idx="135">
                  <c:v>426</c:v>
                </c:pt>
                <c:pt idx="136">
                  <c:v>426</c:v>
                </c:pt>
                <c:pt idx="137">
                  <c:v>426</c:v>
                </c:pt>
                <c:pt idx="138">
                  <c:v>426</c:v>
                </c:pt>
                <c:pt idx="139">
                  <c:v>426</c:v>
                </c:pt>
                <c:pt idx="140">
                  <c:v>426</c:v>
                </c:pt>
                <c:pt idx="141">
                  <c:v>426</c:v>
                </c:pt>
                <c:pt idx="142">
                  <c:v>426</c:v>
                </c:pt>
                <c:pt idx="143">
                  <c:v>426</c:v>
                </c:pt>
                <c:pt idx="144">
                  <c:v>426</c:v>
                </c:pt>
                <c:pt idx="145">
                  <c:v>426</c:v>
                </c:pt>
                <c:pt idx="146">
                  <c:v>426</c:v>
                </c:pt>
                <c:pt idx="147">
                  <c:v>426</c:v>
                </c:pt>
                <c:pt idx="148">
                  <c:v>426</c:v>
                </c:pt>
                <c:pt idx="149">
                  <c:v>426</c:v>
                </c:pt>
                <c:pt idx="150">
                  <c:v>390</c:v>
                </c:pt>
                <c:pt idx="151">
                  <c:v>390</c:v>
                </c:pt>
                <c:pt idx="152">
                  <c:v>390</c:v>
                </c:pt>
                <c:pt idx="153">
                  <c:v>390</c:v>
                </c:pt>
                <c:pt idx="154">
                  <c:v>390</c:v>
                </c:pt>
                <c:pt idx="155">
                  <c:v>390</c:v>
                </c:pt>
                <c:pt idx="156">
                  <c:v>390</c:v>
                </c:pt>
                <c:pt idx="157">
                  <c:v>390</c:v>
                </c:pt>
                <c:pt idx="158">
                  <c:v>390</c:v>
                </c:pt>
                <c:pt idx="159">
                  <c:v>390</c:v>
                </c:pt>
                <c:pt idx="160">
                  <c:v>390</c:v>
                </c:pt>
                <c:pt idx="161">
                  <c:v>390</c:v>
                </c:pt>
                <c:pt idx="162">
                  <c:v>390</c:v>
                </c:pt>
                <c:pt idx="163">
                  <c:v>390</c:v>
                </c:pt>
                <c:pt idx="164">
                  <c:v>390</c:v>
                </c:pt>
                <c:pt idx="165">
                  <c:v>390</c:v>
                </c:pt>
                <c:pt idx="166">
                  <c:v>390</c:v>
                </c:pt>
                <c:pt idx="167">
                  <c:v>390</c:v>
                </c:pt>
                <c:pt idx="168">
                  <c:v>390</c:v>
                </c:pt>
                <c:pt idx="169">
                  <c:v>390</c:v>
                </c:pt>
                <c:pt idx="170">
                  <c:v>390</c:v>
                </c:pt>
                <c:pt idx="171">
                  <c:v>390</c:v>
                </c:pt>
                <c:pt idx="172">
                  <c:v>390</c:v>
                </c:pt>
                <c:pt idx="173">
                  <c:v>390</c:v>
                </c:pt>
                <c:pt idx="174">
                  <c:v>390</c:v>
                </c:pt>
                <c:pt idx="175">
                  <c:v>390</c:v>
                </c:pt>
                <c:pt idx="176">
                  <c:v>390</c:v>
                </c:pt>
                <c:pt idx="177">
                  <c:v>390</c:v>
                </c:pt>
                <c:pt idx="178">
                  <c:v>390</c:v>
                </c:pt>
                <c:pt idx="179">
                  <c:v>390</c:v>
                </c:pt>
                <c:pt idx="180">
                  <c:v>390</c:v>
                </c:pt>
                <c:pt idx="181">
                  <c:v>536</c:v>
                </c:pt>
                <c:pt idx="182">
                  <c:v>536</c:v>
                </c:pt>
                <c:pt idx="183">
                  <c:v>536</c:v>
                </c:pt>
                <c:pt idx="184">
                  <c:v>536</c:v>
                </c:pt>
                <c:pt idx="185">
                  <c:v>536</c:v>
                </c:pt>
                <c:pt idx="186">
                  <c:v>536</c:v>
                </c:pt>
                <c:pt idx="187">
                  <c:v>536</c:v>
                </c:pt>
                <c:pt idx="188">
                  <c:v>536</c:v>
                </c:pt>
                <c:pt idx="189">
                  <c:v>536</c:v>
                </c:pt>
                <c:pt idx="190">
                  <c:v>536</c:v>
                </c:pt>
                <c:pt idx="191">
                  <c:v>536</c:v>
                </c:pt>
                <c:pt idx="192">
                  <c:v>536</c:v>
                </c:pt>
                <c:pt idx="193">
                  <c:v>536</c:v>
                </c:pt>
                <c:pt idx="194">
                  <c:v>536</c:v>
                </c:pt>
                <c:pt idx="195">
                  <c:v>536</c:v>
                </c:pt>
                <c:pt idx="196">
                  <c:v>536</c:v>
                </c:pt>
                <c:pt idx="197">
                  <c:v>536</c:v>
                </c:pt>
                <c:pt idx="198">
                  <c:v>536</c:v>
                </c:pt>
                <c:pt idx="199">
                  <c:v>536</c:v>
                </c:pt>
                <c:pt idx="200">
                  <c:v>536</c:v>
                </c:pt>
                <c:pt idx="201">
                  <c:v>536</c:v>
                </c:pt>
                <c:pt idx="202">
                  <c:v>536</c:v>
                </c:pt>
                <c:pt idx="203">
                  <c:v>536</c:v>
                </c:pt>
                <c:pt idx="204">
                  <c:v>536</c:v>
                </c:pt>
                <c:pt idx="205">
                  <c:v>536</c:v>
                </c:pt>
                <c:pt idx="206">
                  <c:v>536</c:v>
                </c:pt>
                <c:pt idx="207">
                  <c:v>536</c:v>
                </c:pt>
                <c:pt idx="208">
                  <c:v>536</c:v>
                </c:pt>
                <c:pt idx="209">
                  <c:v>536</c:v>
                </c:pt>
                <c:pt idx="210">
                  <c:v>536</c:v>
                </c:pt>
                <c:pt idx="211">
                  <c:v>536</c:v>
                </c:pt>
                <c:pt idx="212">
                  <c:v>696</c:v>
                </c:pt>
                <c:pt idx="213">
                  <c:v>696</c:v>
                </c:pt>
                <c:pt idx="214">
                  <c:v>696</c:v>
                </c:pt>
                <c:pt idx="215">
                  <c:v>696</c:v>
                </c:pt>
                <c:pt idx="216">
                  <c:v>696</c:v>
                </c:pt>
                <c:pt idx="217">
                  <c:v>696</c:v>
                </c:pt>
                <c:pt idx="218">
                  <c:v>696</c:v>
                </c:pt>
                <c:pt idx="219">
                  <c:v>696</c:v>
                </c:pt>
                <c:pt idx="220">
                  <c:v>696</c:v>
                </c:pt>
                <c:pt idx="221">
                  <c:v>696</c:v>
                </c:pt>
                <c:pt idx="222">
                  <c:v>696</c:v>
                </c:pt>
                <c:pt idx="223">
                  <c:v>696</c:v>
                </c:pt>
                <c:pt idx="224">
                  <c:v>696</c:v>
                </c:pt>
                <c:pt idx="225">
                  <c:v>696</c:v>
                </c:pt>
                <c:pt idx="226">
                  <c:v>696</c:v>
                </c:pt>
                <c:pt idx="227">
                  <c:v>696</c:v>
                </c:pt>
                <c:pt idx="228">
                  <c:v>696</c:v>
                </c:pt>
                <c:pt idx="229">
                  <c:v>696</c:v>
                </c:pt>
                <c:pt idx="230">
                  <c:v>696</c:v>
                </c:pt>
                <c:pt idx="231">
                  <c:v>696</c:v>
                </c:pt>
                <c:pt idx="232">
                  <c:v>696</c:v>
                </c:pt>
                <c:pt idx="233">
                  <c:v>696</c:v>
                </c:pt>
                <c:pt idx="234">
                  <c:v>696</c:v>
                </c:pt>
                <c:pt idx="235">
                  <c:v>696</c:v>
                </c:pt>
                <c:pt idx="236">
                  <c:v>696</c:v>
                </c:pt>
                <c:pt idx="237">
                  <c:v>696</c:v>
                </c:pt>
                <c:pt idx="238">
                  <c:v>696</c:v>
                </c:pt>
                <c:pt idx="239">
                  <c:v>696</c:v>
                </c:pt>
                <c:pt idx="240">
                  <c:v>1544</c:v>
                </c:pt>
                <c:pt idx="241">
                  <c:v>1544</c:v>
                </c:pt>
                <c:pt idx="242">
                  <c:v>1544</c:v>
                </c:pt>
                <c:pt idx="243">
                  <c:v>1544</c:v>
                </c:pt>
                <c:pt idx="244">
                  <c:v>1544</c:v>
                </c:pt>
                <c:pt idx="245">
                  <c:v>1544</c:v>
                </c:pt>
                <c:pt idx="246">
                  <c:v>1544</c:v>
                </c:pt>
                <c:pt idx="247">
                  <c:v>1544</c:v>
                </c:pt>
                <c:pt idx="248">
                  <c:v>1544</c:v>
                </c:pt>
                <c:pt idx="249">
                  <c:v>1544</c:v>
                </c:pt>
                <c:pt idx="250">
                  <c:v>1544</c:v>
                </c:pt>
                <c:pt idx="251">
                  <c:v>1544</c:v>
                </c:pt>
                <c:pt idx="252">
                  <c:v>1544</c:v>
                </c:pt>
                <c:pt idx="253">
                  <c:v>1544</c:v>
                </c:pt>
                <c:pt idx="254">
                  <c:v>1544</c:v>
                </c:pt>
                <c:pt idx="255">
                  <c:v>1544</c:v>
                </c:pt>
                <c:pt idx="256">
                  <c:v>1544</c:v>
                </c:pt>
                <c:pt idx="257">
                  <c:v>1544</c:v>
                </c:pt>
                <c:pt idx="258">
                  <c:v>1544</c:v>
                </c:pt>
                <c:pt idx="259">
                  <c:v>1544</c:v>
                </c:pt>
                <c:pt idx="260">
                  <c:v>1544</c:v>
                </c:pt>
                <c:pt idx="261">
                  <c:v>1544</c:v>
                </c:pt>
                <c:pt idx="262">
                  <c:v>1544</c:v>
                </c:pt>
                <c:pt idx="263">
                  <c:v>1544</c:v>
                </c:pt>
                <c:pt idx="264">
                  <c:v>1544</c:v>
                </c:pt>
                <c:pt idx="265">
                  <c:v>1544</c:v>
                </c:pt>
                <c:pt idx="266">
                  <c:v>1544</c:v>
                </c:pt>
                <c:pt idx="267">
                  <c:v>1544</c:v>
                </c:pt>
                <c:pt idx="268">
                  <c:v>1544</c:v>
                </c:pt>
                <c:pt idx="269">
                  <c:v>1544</c:v>
                </c:pt>
                <c:pt idx="270">
                  <c:v>1544</c:v>
                </c:pt>
                <c:pt idx="271">
                  <c:v>1027</c:v>
                </c:pt>
                <c:pt idx="272">
                  <c:v>1027</c:v>
                </c:pt>
                <c:pt idx="273">
                  <c:v>1027</c:v>
                </c:pt>
                <c:pt idx="274">
                  <c:v>1027</c:v>
                </c:pt>
                <c:pt idx="275">
                  <c:v>1027</c:v>
                </c:pt>
                <c:pt idx="276">
                  <c:v>1027</c:v>
                </c:pt>
                <c:pt idx="277">
                  <c:v>1027</c:v>
                </c:pt>
                <c:pt idx="278">
                  <c:v>1027</c:v>
                </c:pt>
                <c:pt idx="279">
                  <c:v>1027</c:v>
                </c:pt>
                <c:pt idx="280">
                  <c:v>1027</c:v>
                </c:pt>
                <c:pt idx="281">
                  <c:v>1027</c:v>
                </c:pt>
                <c:pt idx="282">
                  <c:v>1027</c:v>
                </c:pt>
                <c:pt idx="283">
                  <c:v>1027</c:v>
                </c:pt>
                <c:pt idx="284">
                  <c:v>1027</c:v>
                </c:pt>
                <c:pt idx="285">
                  <c:v>1027</c:v>
                </c:pt>
                <c:pt idx="286">
                  <c:v>1027</c:v>
                </c:pt>
                <c:pt idx="287">
                  <c:v>1027</c:v>
                </c:pt>
                <c:pt idx="288">
                  <c:v>1027</c:v>
                </c:pt>
                <c:pt idx="289">
                  <c:v>1027</c:v>
                </c:pt>
                <c:pt idx="290">
                  <c:v>1027</c:v>
                </c:pt>
                <c:pt idx="291">
                  <c:v>1027</c:v>
                </c:pt>
                <c:pt idx="292">
                  <c:v>1027</c:v>
                </c:pt>
                <c:pt idx="293">
                  <c:v>1027</c:v>
                </c:pt>
                <c:pt idx="294">
                  <c:v>1027</c:v>
                </c:pt>
                <c:pt idx="295">
                  <c:v>1027</c:v>
                </c:pt>
                <c:pt idx="296">
                  <c:v>1027</c:v>
                </c:pt>
                <c:pt idx="297">
                  <c:v>1027</c:v>
                </c:pt>
                <c:pt idx="298">
                  <c:v>1027</c:v>
                </c:pt>
                <c:pt idx="299">
                  <c:v>1027</c:v>
                </c:pt>
                <c:pt idx="300">
                  <c:v>1027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5-33FB-44CB-8366-3F9BB86985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23657120"/>
        <c:axId val="1123655456"/>
      </c:lineChart>
      <c:dateAx>
        <c:axId val="112365712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1" i="0" u="none" strike="noStrike" kern="1200" cap="all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Месяцы</a:t>
                </a:r>
              </a:p>
              <a:p>
                <a:pPr>
                  <a:defRPr/>
                </a:pPr>
                <a:endParaRPr lang="ru-RU"/>
              </a:p>
            </c:rich>
          </c:tx>
          <c:layout>
            <c:manualLayout>
              <c:xMode val="edge"/>
              <c:yMode val="edge"/>
              <c:x val="0.49722112110128103"/>
              <c:y val="0.9010726072607261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1" i="0" u="none" strike="noStrike" kern="1200" cap="all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lt1">
                <a:lumMod val="95000"/>
                <a:alpha val="1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23655456"/>
        <c:crosses val="autoZero"/>
        <c:auto val="0"/>
        <c:lblOffset val="100"/>
        <c:baseTimeUnit val="days"/>
        <c:majorUnit val="1"/>
        <c:majorTimeUnit val="months"/>
        <c:minorUnit val="1"/>
        <c:minorTimeUnit val="days"/>
      </c:dateAx>
      <c:valAx>
        <c:axId val="1123655456"/>
        <c:scaling>
          <c:orientation val="minMax"/>
          <c:max val="1900"/>
          <c:min val="0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1" i="0" u="none" strike="noStrike" kern="1200" cap="all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Количество для </a:t>
                </a:r>
                <a:r>
                  <a:rPr lang="en-US"/>
                  <a:t>DAU,</a:t>
                </a:r>
                <a:r>
                  <a:rPr lang="ru-RU"/>
                  <a:t> </a:t>
                </a:r>
                <a:r>
                  <a:rPr lang="en-US"/>
                  <a:t>WAU, MAU</a:t>
                </a:r>
                <a:endParaRPr lang="ru-RU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1" i="0" u="none" strike="noStrike" kern="1200" cap="all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236571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ru-RU" sz="2800" dirty="0"/>
              <a:t>Динамика </a:t>
            </a:r>
            <a:r>
              <a:rPr lang="en-US" sz="2800" dirty="0"/>
              <a:t>SF</a:t>
            </a:r>
            <a:endParaRPr lang="ru-RU" sz="28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DAU!$G$1</c:f>
              <c:strCache>
                <c:ptCount val="1"/>
                <c:pt idx="0">
                  <c:v>SF (еженедельно)</c:v>
                </c:pt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>
              <a:outerShdw blurRad="50800" dist="38100" dir="5400000" rotWithShape="0">
                <a:srgbClr val="000000">
                  <a:alpha val="46000"/>
                </a:srgbClr>
              </a:outerShdw>
            </a:effectLst>
          </c:spPr>
          <c:marker>
            <c:symbol val="none"/>
          </c:marker>
          <c:cat>
            <c:numRef>
              <c:f>DAU!$A$4:$A$304</c:f>
              <c:numCache>
                <c:formatCode>m/d/yyyy</c:formatCode>
                <c:ptCount val="301"/>
                <c:pt idx="0">
                  <c:v>44746</c:v>
                </c:pt>
                <c:pt idx="1">
                  <c:v>44747</c:v>
                </c:pt>
                <c:pt idx="2">
                  <c:v>44748</c:v>
                </c:pt>
                <c:pt idx="3">
                  <c:v>44749</c:v>
                </c:pt>
                <c:pt idx="4">
                  <c:v>44750</c:v>
                </c:pt>
                <c:pt idx="5">
                  <c:v>44751</c:v>
                </c:pt>
                <c:pt idx="6">
                  <c:v>44752</c:v>
                </c:pt>
                <c:pt idx="7">
                  <c:v>44753</c:v>
                </c:pt>
                <c:pt idx="8">
                  <c:v>44754</c:v>
                </c:pt>
                <c:pt idx="9">
                  <c:v>44755</c:v>
                </c:pt>
                <c:pt idx="10">
                  <c:v>44756</c:v>
                </c:pt>
                <c:pt idx="11">
                  <c:v>44757</c:v>
                </c:pt>
                <c:pt idx="12">
                  <c:v>44758</c:v>
                </c:pt>
                <c:pt idx="13">
                  <c:v>44759</c:v>
                </c:pt>
                <c:pt idx="14">
                  <c:v>44760</c:v>
                </c:pt>
                <c:pt idx="15">
                  <c:v>44761</c:v>
                </c:pt>
                <c:pt idx="16">
                  <c:v>44762</c:v>
                </c:pt>
                <c:pt idx="17">
                  <c:v>44763</c:v>
                </c:pt>
                <c:pt idx="18">
                  <c:v>44764</c:v>
                </c:pt>
                <c:pt idx="19">
                  <c:v>44765</c:v>
                </c:pt>
                <c:pt idx="20">
                  <c:v>44766</c:v>
                </c:pt>
                <c:pt idx="21">
                  <c:v>44767</c:v>
                </c:pt>
                <c:pt idx="22">
                  <c:v>44768</c:v>
                </c:pt>
                <c:pt idx="23">
                  <c:v>44769</c:v>
                </c:pt>
                <c:pt idx="24">
                  <c:v>44770</c:v>
                </c:pt>
                <c:pt idx="25">
                  <c:v>44771</c:v>
                </c:pt>
                <c:pt idx="26">
                  <c:v>44772</c:v>
                </c:pt>
                <c:pt idx="27">
                  <c:v>44773</c:v>
                </c:pt>
                <c:pt idx="28">
                  <c:v>44774</c:v>
                </c:pt>
                <c:pt idx="29">
                  <c:v>44775</c:v>
                </c:pt>
                <c:pt idx="30">
                  <c:v>44776</c:v>
                </c:pt>
                <c:pt idx="31">
                  <c:v>44777</c:v>
                </c:pt>
                <c:pt idx="32">
                  <c:v>44778</c:v>
                </c:pt>
                <c:pt idx="33">
                  <c:v>44779</c:v>
                </c:pt>
                <c:pt idx="34">
                  <c:v>44780</c:v>
                </c:pt>
                <c:pt idx="35">
                  <c:v>44781</c:v>
                </c:pt>
                <c:pt idx="36">
                  <c:v>44782</c:v>
                </c:pt>
                <c:pt idx="37">
                  <c:v>44783</c:v>
                </c:pt>
                <c:pt idx="38">
                  <c:v>44784</c:v>
                </c:pt>
                <c:pt idx="39">
                  <c:v>44785</c:v>
                </c:pt>
                <c:pt idx="40">
                  <c:v>44786</c:v>
                </c:pt>
                <c:pt idx="41">
                  <c:v>44787</c:v>
                </c:pt>
                <c:pt idx="42">
                  <c:v>44788</c:v>
                </c:pt>
                <c:pt idx="43">
                  <c:v>44789</c:v>
                </c:pt>
                <c:pt idx="44">
                  <c:v>44790</c:v>
                </c:pt>
                <c:pt idx="45">
                  <c:v>44791</c:v>
                </c:pt>
                <c:pt idx="46">
                  <c:v>44792</c:v>
                </c:pt>
                <c:pt idx="47">
                  <c:v>44793</c:v>
                </c:pt>
                <c:pt idx="48">
                  <c:v>44794</c:v>
                </c:pt>
                <c:pt idx="49">
                  <c:v>44795</c:v>
                </c:pt>
                <c:pt idx="50">
                  <c:v>44796</c:v>
                </c:pt>
                <c:pt idx="51">
                  <c:v>44797</c:v>
                </c:pt>
                <c:pt idx="52">
                  <c:v>44798</c:v>
                </c:pt>
                <c:pt idx="53">
                  <c:v>44799</c:v>
                </c:pt>
                <c:pt idx="54">
                  <c:v>44800</c:v>
                </c:pt>
                <c:pt idx="55">
                  <c:v>44801</c:v>
                </c:pt>
                <c:pt idx="56">
                  <c:v>44802</c:v>
                </c:pt>
                <c:pt idx="57">
                  <c:v>44803</c:v>
                </c:pt>
                <c:pt idx="58">
                  <c:v>44804</c:v>
                </c:pt>
                <c:pt idx="59">
                  <c:v>44805</c:v>
                </c:pt>
                <c:pt idx="60">
                  <c:v>44806</c:v>
                </c:pt>
                <c:pt idx="61">
                  <c:v>44807</c:v>
                </c:pt>
                <c:pt idx="62">
                  <c:v>44808</c:v>
                </c:pt>
                <c:pt idx="63">
                  <c:v>44809</c:v>
                </c:pt>
                <c:pt idx="64">
                  <c:v>44810</c:v>
                </c:pt>
                <c:pt idx="65">
                  <c:v>44811</c:v>
                </c:pt>
                <c:pt idx="66">
                  <c:v>44812</c:v>
                </c:pt>
                <c:pt idx="67">
                  <c:v>44813</c:v>
                </c:pt>
                <c:pt idx="68">
                  <c:v>44814</c:v>
                </c:pt>
                <c:pt idx="69">
                  <c:v>44815</c:v>
                </c:pt>
                <c:pt idx="70">
                  <c:v>44816</c:v>
                </c:pt>
                <c:pt idx="71">
                  <c:v>44817</c:v>
                </c:pt>
                <c:pt idx="72">
                  <c:v>44818</c:v>
                </c:pt>
                <c:pt idx="73">
                  <c:v>44819</c:v>
                </c:pt>
                <c:pt idx="74">
                  <c:v>44820</c:v>
                </c:pt>
                <c:pt idx="75">
                  <c:v>44821</c:v>
                </c:pt>
                <c:pt idx="76">
                  <c:v>44822</c:v>
                </c:pt>
                <c:pt idx="77">
                  <c:v>44823</c:v>
                </c:pt>
                <c:pt idx="78">
                  <c:v>44824</c:v>
                </c:pt>
                <c:pt idx="79">
                  <c:v>44825</c:v>
                </c:pt>
                <c:pt idx="80">
                  <c:v>44826</c:v>
                </c:pt>
                <c:pt idx="81">
                  <c:v>44827</c:v>
                </c:pt>
                <c:pt idx="82">
                  <c:v>44828</c:v>
                </c:pt>
                <c:pt idx="83">
                  <c:v>44829</c:v>
                </c:pt>
                <c:pt idx="84">
                  <c:v>44830</c:v>
                </c:pt>
                <c:pt idx="85">
                  <c:v>44831</c:v>
                </c:pt>
                <c:pt idx="86">
                  <c:v>44832</c:v>
                </c:pt>
                <c:pt idx="87">
                  <c:v>44833</c:v>
                </c:pt>
                <c:pt idx="88">
                  <c:v>44834</c:v>
                </c:pt>
                <c:pt idx="89">
                  <c:v>44835</c:v>
                </c:pt>
                <c:pt idx="90">
                  <c:v>44836</c:v>
                </c:pt>
                <c:pt idx="91">
                  <c:v>44837</c:v>
                </c:pt>
                <c:pt idx="92">
                  <c:v>44838</c:v>
                </c:pt>
                <c:pt idx="93">
                  <c:v>44839</c:v>
                </c:pt>
                <c:pt idx="94">
                  <c:v>44840</c:v>
                </c:pt>
                <c:pt idx="95">
                  <c:v>44841</c:v>
                </c:pt>
                <c:pt idx="96">
                  <c:v>44842</c:v>
                </c:pt>
                <c:pt idx="97">
                  <c:v>44843</c:v>
                </c:pt>
                <c:pt idx="98">
                  <c:v>44844</c:v>
                </c:pt>
                <c:pt idx="99">
                  <c:v>44845</c:v>
                </c:pt>
                <c:pt idx="100">
                  <c:v>44846</c:v>
                </c:pt>
                <c:pt idx="101">
                  <c:v>44847</c:v>
                </c:pt>
                <c:pt idx="102">
                  <c:v>44848</c:v>
                </c:pt>
                <c:pt idx="103">
                  <c:v>44849</c:v>
                </c:pt>
                <c:pt idx="104">
                  <c:v>44850</c:v>
                </c:pt>
                <c:pt idx="105">
                  <c:v>44851</c:v>
                </c:pt>
                <c:pt idx="106">
                  <c:v>44852</c:v>
                </c:pt>
                <c:pt idx="107">
                  <c:v>44853</c:v>
                </c:pt>
                <c:pt idx="108">
                  <c:v>44854</c:v>
                </c:pt>
                <c:pt idx="109">
                  <c:v>44855</c:v>
                </c:pt>
                <c:pt idx="110">
                  <c:v>44856</c:v>
                </c:pt>
                <c:pt idx="111">
                  <c:v>44857</c:v>
                </c:pt>
                <c:pt idx="112">
                  <c:v>44858</c:v>
                </c:pt>
                <c:pt idx="113">
                  <c:v>44859</c:v>
                </c:pt>
                <c:pt idx="114">
                  <c:v>44860</c:v>
                </c:pt>
                <c:pt idx="115">
                  <c:v>44861</c:v>
                </c:pt>
                <c:pt idx="116">
                  <c:v>44862</c:v>
                </c:pt>
                <c:pt idx="117">
                  <c:v>44863</c:v>
                </c:pt>
                <c:pt idx="118">
                  <c:v>44864</c:v>
                </c:pt>
                <c:pt idx="119">
                  <c:v>44865</c:v>
                </c:pt>
                <c:pt idx="120">
                  <c:v>44866</c:v>
                </c:pt>
                <c:pt idx="121">
                  <c:v>44867</c:v>
                </c:pt>
                <c:pt idx="122">
                  <c:v>44868</c:v>
                </c:pt>
                <c:pt idx="123">
                  <c:v>44869</c:v>
                </c:pt>
                <c:pt idx="124">
                  <c:v>44870</c:v>
                </c:pt>
                <c:pt idx="125">
                  <c:v>44871</c:v>
                </c:pt>
                <c:pt idx="126">
                  <c:v>44872</c:v>
                </c:pt>
                <c:pt idx="127">
                  <c:v>44873</c:v>
                </c:pt>
                <c:pt idx="128">
                  <c:v>44874</c:v>
                </c:pt>
                <c:pt idx="129">
                  <c:v>44875</c:v>
                </c:pt>
                <c:pt idx="130">
                  <c:v>44876</c:v>
                </c:pt>
                <c:pt idx="131">
                  <c:v>44877</c:v>
                </c:pt>
                <c:pt idx="132">
                  <c:v>44878</c:v>
                </c:pt>
                <c:pt idx="133">
                  <c:v>44879</c:v>
                </c:pt>
                <c:pt idx="134">
                  <c:v>44880</c:v>
                </c:pt>
                <c:pt idx="135">
                  <c:v>44881</c:v>
                </c:pt>
                <c:pt idx="136">
                  <c:v>44882</c:v>
                </c:pt>
                <c:pt idx="137">
                  <c:v>44883</c:v>
                </c:pt>
                <c:pt idx="138">
                  <c:v>44884</c:v>
                </c:pt>
                <c:pt idx="139">
                  <c:v>44885</c:v>
                </c:pt>
                <c:pt idx="140">
                  <c:v>44886</c:v>
                </c:pt>
                <c:pt idx="141">
                  <c:v>44887</c:v>
                </c:pt>
                <c:pt idx="142">
                  <c:v>44888</c:v>
                </c:pt>
                <c:pt idx="143">
                  <c:v>44889</c:v>
                </c:pt>
                <c:pt idx="144">
                  <c:v>44890</c:v>
                </c:pt>
                <c:pt idx="145">
                  <c:v>44891</c:v>
                </c:pt>
                <c:pt idx="146">
                  <c:v>44892</c:v>
                </c:pt>
                <c:pt idx="147">
                  <c:v>44893</c:v>
                </c:pt>
                <c:pt idx="148">
                  <c:v>44894</c:v>
                </c:pt>
                <c:pt idx="149">
                  <c:v>44895</c:v>
                </c:pt>
                <c:pt idx="150">
                  <c:v>44896</c:v>
                </c:pt>
                <c:pt idx="151">
                  <c:v>44897</c:v>
                </c:pt>
                <c:pt idx="152">
                  <c:v>44898</c:v>
                </c:pt>
                <c:pt idx="153">
                  <c:v>44899</c:v>
                </c:pt>
                <c:pt idx="154">
                  <c:v>44900</c:v>
                </c:pt>
                <c:pt idx="155">
                  <c:v>44901</c:v>
                </c:pt>
                <c:pt idx="156">
                  <c:v>44902</c:v>
                </c:pt>
                <c:pt idx="157">
                  <c:v>44903</c:v>
                </c:pt>
                <c:pt idx="158">
                  <c:v>44904</c:v>
                </c:pt>
                <c:pt idx="159">
                  <c:v>44905</c:v>
                </c:pt>
                <c:pt idx="160">
                  <c:v>44906</c:v>
                </c:pt>
                <c:pt idx="161">
                  <c:v>44907</c:v>
                </c:pt>
                <c:pt idx="162">
                  <c:v>44908</c:v>
                </c:pt>
                <c:pt idx="163">
                  <c:v>44909</c:v>
                </c:pt>
                <c:pt idx="164">
                  <c:v>44910</c:v>
                </c:pt>
                <c:pt idx="165">
                  <c:v>44911</c:v>
                </c:pt>
                <c:pt idx="166">
                  <c:v>44912</c:v>
                </c:pt>
                <c:pt idx="167">
                  <c:v>44913</c:v>
                </c:pt>
                <c:pt idx="168">
                  <c:v>44914</c:v>
                </c:pt>
                <c:pt idx="169">
                  <c:v>44915</c:v>
                </c:pt>
                <c:pt idx="170">
                  <c:v>44916</c:v>
                </c:pt>
                <c:pt idx="171">
                  <c:v>44917</c:v>
                </c:pt>
                <c:pt idx="172">
                  <c:v>44918</c:v>
                </c:pt>
                <c:pt idx="173">
                  <c:v>44919</c:v>
                </c:pt>
                <c:pt idx="174">
                  <c:v>44920</c:v>
                </c:pt>
                <c:pt idx="175">
                  <c:v>44921</c:v>
                </c:pt>
                <c:pt idx="176">
                  <c:v>44922</c:v>
                </c:pt>
                <c:pt idx="177">
                  <c:v>44923</c:v>
                </c:pt>
                <c:pt idx="178">
                  <c:v>44924</c:v>
                </c:pt>
                <c:pt idx="179">
                  <c:v>44925</c:v>
                </c:pt>
                <c:pt idx="180">
                  <c:v>44926</c:v>
                </c:pt>
                <c:pt idx="181">
                  <c:v>44927</c:v>
                </c:pt>
                <c:pt idx="182">
                  <c:v>44928</c:v>
                </c:pt>
                <c:pt idx="183">
                  <c:v>44929</c:v>
                </c:pt>
                <c:pt idx="184">
                  <c:v>44930</c:v>
                </c:pt>
                <c:pt idx="185">
                  <c:v>44931</c:v>
                </c:pt>
                <c:pt idx="186">
                  <c:v>44932</c:v>
                </c:pt>
                <c:pt idx="187">
                  <c:v>44933</c:v>
                </c:pt>
                <c:pt idx="188">
                  <c:v>44934</c:v>
                </c:pt>
                <c:pt idx="189">
                  <c:v>44935</c:v>
                </c:pt>
                <c:pt idx="190">
                  <c:v>44936</c:v>
                </c:pt>
                <c:pt idx="191">
                  <c:v>44937</c:v>
                </c:pt>
                <c:pt idx="192">
                  <c:v>44938</c:v>
                </c:pt>
                <c:pt idx="193">
                  <c:v>44939</c:v>
                </c:pt>
                <c:pt idx="194">
                  <c:v>44940</c:v>
                </c:pt>
                <c:pt idx="195">
                  <c:v>44941</c:v>
                </c:pt>
                <c:pt idx="196">
                  <c:v>44942</c:v>
                </c:pt>
                <c:pt idx="197">
                  <c:v>44943</c:v>
                </c:pt>
                <c:pt idx="198">
                  <c:v>44944</c:v>
                </c:pt>
                <c:pt idx="199">
                  <c:v>44945</c:v>
                </c:pt>
                <c:pt idx="200">
                  <c:v>44946</c:v>
                </c:pt>
                <c:pt idx="201">
                  <c:v>44947</c:v>
                </c:pt>
                <c:pt idx="202">
                  <c:v>44948</c:v>
                </c:pt>
                <c:pt idx="203">
                  <c:v>44949</c:v>
                </c:pt>
                <c:pt idx="204">
                  <c:v>44950</c:v>
                </c:pt>
                <c:pt idx="205">
                  <c:v>44951</c:v>
                </c:pt>
                <c:pt idx="206">
                  <c:v>44952</c:v>
                </c:pt>
                <c:pt idx="207">
                  <c:v>44953</c:v>
                </c:pt>
                <c:pt idx="208">
                  <c:v>44954</c:v>
                </c:pt>
                <c:pt idx="209">
                  <c:v>44955</c:v>
                </c:pt>
                <c:pt idx="210">
                  <c:v>44956</c:v>
                </c:pt>
                <c:pt idx="211">
                  <c:v>44957</c:v>
                </c:pt>
                <c:pt idx="212">
                  <c:v>44958</c:v>
                </c:pt>
                <c:pt idx="213">
                  <c:v>44959</c:v>
                </c:pt>
                <c:pt idx="214">
                  <c:v>44960</c:v>
                </c:pt>
                <c:pt idx="215">
                  <c:v>44961</c:v>
                </c:pt>
                <c:pt idx="216">
                  <c:v>44962</c:v>
                </c:pt>
                <c:pt idx="217">
                  <c:v>44963</c:v>
                </c:pt>
                <c:pt idx="218">
                  <c:v>44964</c:v>
                </c:pt>
                <c:pt idx="219">
                  <c:v>44965</c:v>
                </c:pt>
                <c:pt idx="220">
                  <c:v>44966</c:v>
                </c:pt>
                <c:pt idx="221">
                  <c:v>44967</c:v>
                </c:pt>
                <c:pt idx="222">
                  <c:v>44968</c:v>
                </c:pt>
                <c:pt idx="223">
                  <c:v>44969</c:v>
                </c:pt>
                <c:pt idx="224">
                  <c:v>44970</c:v>
                </c:pt>
                <c:pt idx="225">
                  <c:v>44971</c:v>
                </c:pt>
                <c:pt idx="226">
                  <c:v>44972</c:v>
                </c:pt>
                <c:pt idx="227">
                  <c:v>44973</c:v>
                </c:pt>
                <c:pt idx="228">
                  <c:v>44974</c:v>
                </c:pt>
                <c:pt idx="229">
                  <c:v>44975</c:v>
                </c:pt>
                <c:pt idx="230">
                  <c:v>44976</c:v>
                </c:pt>
                <c:pt idx="231">
                  <c:v>44977</c:v>
                </c:pt>
                <c:pt idx="232">
                  <c:v>44978</c:v>
                </c:pt>
                <c:pt idx="233">
                  <c:v>44979</c:v>
                </c:pt>
                <c:pt idx="234">
                  <c:v>44980</c:v>
                </c:pt>
                <c:pt idx="235">
                  <c:v>44981</c:v>
                </c:pt>
                <c:pt idx="236">
                  <c:v>44982</c:v>
                </c:pt>
                <c:pt idx="237">
                  <c:v>44983</c:v>
                </c:pt>
                <c:pt idx="238">
                  <c:v>44984</c:v>
                </c:pt>
                <c:pt idx="239">
                  <c:v>44985</c:v>
                </c:pt>
                <c:pt idx="240">
                  <c:v>44986</c:v>
                </c:pt>
                <c:pt idx="241">
                  <c:v>44987</c:v>
                </c:pt>
                <c:pt idx="242">
                  <c:v>44988</c:v>
                </c:pt>
                <c:pt idx="243">
                  <c:v>44989</c:v>
                </c:pt>
                <c:pt idx="244">
                  <c:v>44990</c:v>
                </c:pt>
                <c:pt idx="245">
                  <c:v>44991</c:v>
                </c:pt>
                <c:pt idx="246">
                  <c:v>44992</c:v>
                </c:pt>
                <c:pt idx="247">
                  <c:v>44993</c:v>
                </c:pt>
                <c:pt idx="248">
                  <c:v>44994</c:v>
                </c:pt>
                <c:pt idx="249">
                  <c:v>44995</c:v>
                </c:pt>
                <c:pt idx="250">
                  <c:v>44996</c:v>
                </c:pt>
                <c:pt idx="251">
                  <c:v>44997</c:v>
                </c:pt>
                <c:pt idx="252">
                  <c:v>44998</c:v>
                </c:pt>
                <c:pt idx="253">
                  <c:v>44999</c:v>
                </c:pt>
                <c:pt idx="254">
                  <c:v>45000</c:v>
                </c:pt>
                <c:pt idx="255">
                  <c:v>45001</c:v>
                </c:pt>
                <c:pt idx="256">
                  <c:v>45002</c:v>
                </c:pt>
                <c:pt idx="257">
                  <c:v>45003</c:v>
                </c:pt>
                <c:pt idx="258">
                  <c:v>45004</c:v>
                </c:pt>
                <c:pt idx="259">
                  <c:v>45005</c:v>
                </c:pt>
                <c:pt idx="260">
                  <c:v>45006</c:v>
                </c:pt>
                <c:pt idx="261">
                  <c:v>45007</c:v>
                </c:pt>
                <c:pt idx="262">
                  <c:v>45008</c:v>
                </c:pt>
                <c:pt idx="263">
                  <c:v>45009</c:v>
                </c:pt>
                <c:pt idx="264">
                  <c:v>45010</c:v>
                </c:pt>
                <c:pt idx="265">
                  <c:v>45011</c:v>
                </c:pt>
                <c:pt idx="266">
                  <c:v>45012</c:v>
                </c:pt>
                <c:pt idx="267">
                  <c:v>45013</c:v>
                </c:pt>
                <c:pt idx="268">
                  <c:v>45014</c:v>
                </c:pt>
                <c:pt idx="269">
                  <c:v>45015</c:v>
                </c:pt>
                <c:pt idx="270">
                  <c:v>45016</c:v>
                </c:pt>
                <c:pt idx="271">
                  <c:v>45017</c:v>
                </c:pt>
                <c:pt idx="272">
                  <c:v>45018</c:v>
                </c:pt>
                <c:pt idx="273">
                  <c:v>45019</c:v>
                </c:pt>
                <c:pt idx="274">
                  <c:v>45020</c:v>
                </c:pt>
                <c:pt idx="275">
                  <c:v>45021</c:v>
                </c:pt>
                <c:pt idx="276">
                  <c:v>45022</c:v>
                </c:pt>
                <c:pt idx="277">
                  <c:v>45023</c:v>
                </c:pt>
                <c:pt idx="278">
                  <c:v>45024</c:v>
                </c:pt>
                <c:pt idx="279">
                  <c:v>45025</c:v>
                </c:pt>
                <c:pt idx="280">
                  <c:v>45026</c:v>
                </c:pt>
                <c:pt idx="281">
                  <c:v>45027</c:v>
                </c:pt>
                <c:pt idx="282">
                  <c:v>45028</c:v>
                </c:pt>
                <c:pt idx="283">
                  <c:v>45029</c:v>
                </c:pt>
                <c:pt idx="284">
                  <c:v>45030</c:v>
                </c:pt>
                <c:pt idx="285">
                  <c:v>45031</c:v>
                </c:pt>
                <c:pt idx="286">
                  <c:v>45032</c:v>
                </c:pt>
                <c:pt idx="287">
                  <c:v>45033</c:v>
                </c:pt>
                <c:pt idx="288">
                  <c:v>45034</c:v>
                </c:pt>
                <c:pt idx="289">
                  <c:v>45035</c:v>
                </c:pt>
                <c:pt idx="290">
                  <c:v>45036</c:v>
                </c:pt>
                <c:pt idx="291">
                  <c:v>45037</c:v>
                </c:pt>
                <c:pt idx="292">
                  <c:v>45038</c:v>
                </c:pt>
                <c:pt idx="293">
                  <c:v>45039</c:v>
                </c:pt>
                <c:pt idx="294">
                  <c:v>45040</c:v>
                </c:pt>
                <c:pt idx="295">
                  <c:v>45041</c:v>
                </c:pt>
                <c:pt idx="296">
                  <c:v>45042</c:v>
                </c:pt>
                <c:pt idx="297">
                  <c:v>45043</c:v>
                </c:pt>
                <c:pt idx="298">
                  <c:v>45044</c:v>
                </c:pt>
                <c:pt idx="299">
                  <c:v>45045</c:v>
                </c:pt>
                <c:pt idx="300">
                  <c:v>45046</c:v>
                </c:pt>
              </c:numCache>
              <c:extLst/>
            </c:numRef>
          </c:cat>
          <c:val>
            <c:numRef>
              <c:f>DAU!$G$4:$G$304</c:f>
              <c:numCache>
                <c:formatCode>0%</c:formatCode>
                <c:ptCount val="301"/>
                <c:pt idx="0">
                  <c:v>8.4745762711864403E-2</c:v>
                </c:pt>
                <c:pt idx="1">
                  <c:v>0.16949152542372881</c:v>
                </c:pt>
                <c:pt idx="2">
                  <c:v>8.4745762711864403E-2</c:v>
                </c:pt>
                <c:pt idx="3">
                  <c:v>0.22033898305084745</c:v>
                </c:pt>
                <c:pt idx="4">
                  <c:v>0.3728813559322034</c:v>
                </c:pt>
                <c:pt idx="5">
                  <c:v>0.3728813559322034</c:v>
                </c:pt>
                <c:pt idx="6">
                  <c:v>0.44067796610169491</c:v>
                </c:pt>
                <c:pt idx="7">
                  <c:v>0.25</c:v>
                </c:pt>
                <c:pt idx="8">
                  <c:v>0.2608695652173913</c:v>
                </c:pt>
                <c:pt idx="9">
                  <c:v>0.32608695652173914</c:v>
                </c:pt>
                <c:pt idx="10">
                  <c:v>0.34782608695652173</c:v>
                </c:pt>
                <c:pt idx="11">
                  <c:v>0.27173913043478259</c:v>
                </c:pt>
                <c:pt idx="12">
                  <c:v>0.36956521739130432</c:v>
                </c:pt>
                <c:pt idx="13">
                  <c:v>0.42391304347826086</c:v>
                </c:pt>
                <c:pt idx="14">
                  <c:v>0.16541353383458646</c:v>
                </c:pt>
                <c:pt idx="15">
                  <c:v>0.2857142857142857</c:v>
                </c:pt>
                <c:pt idx="16">
                  <c:v>0.25563909774436089</c:v>
                </c:pt>
                <c:pt idx="17">
                  <c:v>0.37593984962406013</c:v>
                </c:pt>
                <c:pt idx="18">
                  <c:v>0.32330827067669171</c:v>
                </c:pt>
                <c:pt idx="19">
                  <c:v>0.32330827067669171</c:v>
                </c:pt>
                <c:pt idx="20">
                  <c:v>0.39849624060150374</c:v>
                </c:pt>
                <c:pt idx="21">
                  <c:v>0.34426229508196721</c:v>
                </c:pt>
                <c:pt idx="22">
                  <c:v>0.26229508196721313</c:v>
                </c:pt>
                <c:pt idx="23">
                  <c:v>0.32240437158469948</c:v>
                </c:pt>
                <c:pt idx="24">
                  <c:v>0.32240437158469948</c:v>
                </c:pt>
                <c:pt idx="25">
                  <c:v>0.33333333333333331</c:v>
                </c:pt>
                <c:pt idx="26">
                  <c:v>0.34972677595628415</c:v>
                </c:pt>
                <c:pt idx="27">
                  <c:v>0.34972677595628415</c:v>
                </c:pt>
                <c:pt idx="28">
                  <c:v>0.25742574257425743</c:v>
                </c:pt>
                <c:pt idx="29">
                  <c:v>0.30693069306930693</c:v>
                </c:pt>
                <c:pt idx="30">
                  <c:v>0.2722772277227723</c:v>
                </c:pt>
                <c:pt idx="31">
                  <c:v>0.29702970297029702</c:v>
                </c:pt>
                <c:pt idx="32">
                  <c:v>0.25742574257425743</c:v>
                </c:pt>
                <c:pt idx="33">
                  <c:v>0.30693069306930693</c:v>
                </c:pt>
                <c:pt idx="34">
                  <c:v>0.29207920792079206</c:v>
                </c:pt>
                <c:pt idx="35">
                  <c:v>0.30051813471502592</c:v>
                </c:pt>
                <c:pt idx="36">
                  <c:v>0.27461139896373055</c:v>
                </c:pt>
                <c:pt idx="37">
                  <c:v>0.28497409326424872</c:v>
                </c:pt>
                <c:pt idx="38">
                  <c:v>0.33678756476683935</c:v>
                </c:pt>
                <c:pt idx="39">
                  <c:v>0.27979274611398963</c:v>
                </c:pt>
                <c:pt idx="40">
                  <c:v>0.38341968911917096</c:v>
                </c:pt>
                <c:pt idx="41">
                  <c:v>0.30569948186528495</c:v>
                </c:pt>
                <c:pt idx="42">
                  <c:v>0.26865671641791045</c:v>
                </c:pt>
                <c:pt idx="43">
                  <c:v>0.3383084577114428</c:v>
                </c:pt>
                <c:pt idx="44">
                  <c:v>0.29353233830845771</c:v>
                </c:pt>
                <c:pt idx="45">
                  <c:v>0.30348258706467662</c:v>
                </c:pt>
                <c:pt idx="46">
                  <c:v>0.28855721393034828</c:v>
                </c:pt>
                <c:pt idx="47">
                  <c:v>0.33333333333333331</c:v>
                </c:pt>
                <c:pt idx="48">
                  <c:v>0.30845771144278605</c:v>
                </c:pt>
                <c:pt idx="49">
                  <c:v>0.25728155339805825</c:v>
                </c:pt>
                <c:pt idx="50">
                  <c:v>0.29126213592233008</c:v>
                </c:pt>
                <c:pt idx="51">
                  <c:v>0.32524271844660196</c:v>
                </c:pt>
                <c:pt idx="52">
                  <c:v>0.32524271844660196</c:v>
                </c:pt>
                <c:pt idx="53">
                  <c:v>0.29611650485436891</c:v>
                </c:pt>
                <c:pt idx="54">
                  <c:v>0.30582524271844658</c:v>
                </c:pt>
                <c:pt idx="55">
                  <c:v>0.29611650485436891</c:v>
                </c:pt>
                <c:pt idx="56">
                  <c:v>0.28125</c:v>
                </c:pt>
                <c:pt idx="57">
                  <c:v>0.375</c:v>
                </c:pt>
                <c:pt idx="58">
                  <c:v>0.28125</c:v>
                </c:pt>
                <c:pt idx="59">
                  <c:v>0.34375</c:v>
                </c:pt>
                <c:pt idx="60">
                  <c:v>0.31770833333333331</c:v>
                </c:pt>
                <c:pt idx="61">
                  <c:v>0.30208333333333331</c:v>
                </c:pt>
                <c:pt idx="62">
                  <c:v>0.33333333333333331</c:v>
                </c:pt>
                <c:pt idx="63">
                  <c:v>0.31632653061224492</c:v>
                </c:pt>
                <c:pt idx="64">
                  <c:v>0.23469387755102042</c:v>
                </c:pt>
                <c:pt idx="65">
                  <c:v>0.25</c:v>
                </c:pt>
                <c:pt idx="66">
                  <c:v>0.30102040816326531</c:v>
                </c:pt>
                <c:pt idx="67">
                  <c:v>0.30612244897959184</c:v>
                </c:pt>
                <c:pt idx="68">
                  <c:v>0.27040816326530615</c:v>
                </c:pt>
                <c:pt idx="69">
                  <c:v>0.31122448979591838</c:v>
                </c:pt>
                <c:pt idx="70">
                  <c:v>0.28292682926829266</c:v>
                </c:pt>
                <c:pt idx="71">
                  <c:v>0.31219512195121951</c:v>
                </c:pt>
                <c:pt idx="72">
                  <c:v>0.31707317073170732</c:v>
                </c:pt>
                <c:pt idx="73">
                  <c:v>0.36097560975609755</c:v>
                </c:pt>
                <c:pt idx="74">
                  <c:v>0.28292682926829266</c:v>
                </c:pt>
                <c:pt idx="75">
                  <c:v>0.30243902439024389</c:v>
                </c:pt>
                <c:pt idx="76">
                  <c:v>0.33658536585365856</c:v>
                </c:pt>
                <c:pt idx="77">
                  <c:v>0.30985915492957744</c:v>
                </c:pt>
                <c:pt idx="78">
                  <c:v>0.31455399061032863</c:v>
                </c:pt>
                <c:pt idx="79">
                  <c:v>0.33333333333333331</c:v>
                </c:pt>
                <c:pt idx="80">
                  <c:v>0.31455399061032863</c:v>
                </c:pt>
                <c:pt idx="81">
                  <c:v>0.25821596244131456</c:v>
                </c:pt>
                <c:pt idx="82">
                  <c:v>0.27230046948356806</c:v>
                </c:pt>
                <c:pt idx="83">
                  <c:v>0.34272300469483569</c:v>
                </c:pt>
                <c:pt idx="84">
                  <c:v>0.27884615384615385</c:v>
                </c:pt>
                <c:pt idx="85">
                  <c:v>0.36538461538461536</c:v>
                </c:pt>
                <c:pt idx="86">
                  <c:v>0.29807692307692307</c:v>
                </c:pt>
                <c:pt idx="87">
                  <c:v>0.31730769230769229</c:v>
                </c:pt>
                <c:pt idx="88">
                  <c:v>0.28365384615384615</c:v>
                </c:pt>
                <c:pt idx="89">
                  <c:v>0.29326923076923078</c:v>
                </c:pt>
                <c:pt idx="90">
                  <c:v>0.25</c:v>
                </c:pt>
                <c:pt idx="91">
                  <c:v>0.33333333333333331</c:v>
                </c:pt>
                <c:pt idx="92">
                  <c:v>0.33816425120772947</c:v>
                </c:pt>
                <c:pt idx="93">
                  <c:v>0.21739130434782608</c:v>
                </c:pt>
                <c:pt idx="94">
                  <c:v>0.3719806763285024</c:v>
                </c:pt>
                <c:pt idx="95">
                  <c:v>0.29468599033816423</c:v>
                </c:pt>
                <c:pt idx="96">
                  <c:v>0.27053140096618356</c:v>
                </c:pt>
                <c:pt idx="97">
                  <c:v>0.3188405797101449</c:v>
                </c:pt>
                <c:pt idx="98">
                  <c:v>0.25</c:v>
                </c:pt>
                <c:pt idx="99">
                  <c:v>0.28921568627450983</c:v>
                </c:pt>
                <c:pt idx="100">
                  <c:v>0.31862745098039214</c:v>
                </c:pt>
                <c:pt idx="101">
                  <c:v>0.25980392156862747</c:v>
                </c:pt>
                <c:pt idx="102">
                  <c:v>0.35294117647058826</c:v>
                </c:pt>
                <c:pt idx="103">
                  <c:v>0.30392156862745096</c:v>
                </c:pt>
                <c:pt idx="104">
                  <c:v>0.30392156862745096</c:v>
                </c:pt>
                <c:pt idx="105">
                  <c:v>0.34825870646766172</c:v>
                </c:pt>
                <c:pt idx="106">
                  <c:v>0.30845771144278605</c:v>
                </c:pt>
                <c:pt idx="107">
                  <c:v>0.4079601990049751</c:v>
                </c:pt>
                <c:pt idx="108">
                  <c:v>0.25870646766169153</c:v>
                </c:pt>
                <c:pt idx="109">
                  <c:v>0.32338308457711445</c:v>
                </c:pt>
                <c:pt idx="110">
                  <c:v>0.31840796019900497</c:v>
                </c:pt>
                <c:pt idx="111">
                  <c:v>0.28358208955223879</c:v>
                </c:pt>
                <c:pt idx="112">
                  <c:v>0.27230046948356806</c:v>
                </c:pt>
                <c:pt idx="113">
                  <c:v>0.30985915492957744</c:v>
                </c:pt>
                <c:pt idx="114">
                  <c:v>0.28169014084507044</c:v>
                </c:pt>
                <c:pt idx="115">
                  <c:v>0.25821596244131456</c:v>
                </c:pt>
                <c:pt idx="116">
                  <c:v>0.30516431924882631</c:v>
                </c:pt>
                <c:pt idx="117">
                  <c:v>0.25352112676056338</c:v>
                </c:pt>
                <c:pt idx="118">
                  <c:v>0.30985915492957744</c:v>
                </c:pt>
                <c:pt idx="119">
                  <c:v>0.3364485981308411</c:v>
                </c:pt>
                <c:pt idx="120">
                  <c:v>0.27102803738317754</c:v>
                </c:pt>
                <c:pt idx="121">
                  <c:v>0.2570093457943925</c:v>
                </c:pt>
                <c:pt idx="122">
                  <c:v>0.26168224299065418</c:v>
                </c:pt>
                <c:pt idx="123">
                  <c:v>0.29439252336448596</c:v>
                </c:pt>
                <c:pt idx="124">
                  <c:v>0.32242990654205606</c:v>
                </c:pt>
                <c:pt idx="125">
                  <c:v>0.28971962616822428</c:v>
                </c:pt>
                <c:pt idx="126">
                  <c:v>0.29556650246305421</c:v>
                </c:pt>
                <c:pt idx="127">
                  <c:v>0.29556650246305421</c:v>
                </c:pt>
                <c:pt idx="128">
                  <c:v>0.29556650246305421</c:v>
                </c:pt>
                <c:pt idx="129">
                  <c:v>0.27093596059113301</c:v>
                </c:pt>
                <c:pt idx="130">
                  <c:v>0.30541871921182268</c:v>
                </c:pt>
                <c:pt idx="131">
                  <c:v>0.26108374384236455</c:v>
                </c:pt>
                <c:pt idx="132">
                  <c:v>0.26600985221674878</c:v>
                </c:pt>
                <c:pt idx="133">
                  <c:v>0.22772277227722773</c:v>
                </c:pt>
                <c:pt idx="134">
                  <c:v>0.2722772277227723</c:v>
                </c:pt>
                <c:pt idx="135">
                  <c:v>0.25247524752475248</c:v>
                </c:pt>
                <c:pt idx="136">
                  <c:v>0.28712871287128711</c:v>
                </c:pt>
                <c:pt idx="137">
                  <c:v>0.25247524752475248</c:v>
                </c:pt>
                <c:pt idx="138">
                  <c:v>0.19801980198019803</c:v>
                </c:pt>
                <c:pt idx="139">
                  <c:v>0.24752475247524752</c:v>
                </c:pt>
                <c:pt idx="140">
                  <c:v>0.20359281437125748</c:v>
                </c:pt>
                <c:pt idx="141">
                  <c:v>0.24550898203592814</c:v>
                </c:pt>
                <c:pt idx="142">
                  <c:v>0.23353293413173654</c:v>
                </c:pt>
                <c:pt idx="143">
                  <c:v>0.19161676646706588</c:v>
                </c:pt>
                <c:pt idx="144">
                  <c:v>0.19161676646706588</c:v>
                </c:pt>
                <c:pt idx="145">
                  <c:v>0.18562874251497005</c:v>
                </c:pt>
                <c:pt idx="146">
                  <c:v>0.20958083832335328</c:v>
                </c:pt>
                <c:pt idx="147">
                  <c:v>0.20382165605095542</c:v>
                </c:pt>
                <c:pt idx="148">
                  <c:v>0.1464968152866242</c:v>
                </c:pt>
                <c:pt idx="149">
                  <c:v>0.22292993630573249</c:v>
                </c:pt>
                <c:pt idx="150">
                  <c:v>0.20382165605095542</c:v>
                </c:pt>
                <c:pt idx="151">
                  <c:v>0.15923566878980891</c:v>
                </c:pt>
                <c:pt idx="152">
                  <c:v>0.12101910828025478</c:v>
                </c:pt>
                <c:pt idx="153">
                  <c:v>0.19108280254777071</c:v>
                </c:pt>
                <c:pt idx="154">
                  <c:v>0.14743589743589744</c:v>
                </c:pt>
                <c:pt idx="155">
                  <c:v>0.20512820512820512</c:v>
                </c:pt>
                <c:pt idx="156">
                  <c:v>0.22435897435897437</c:v>
                </c:pt>
                <c:pt idx="157">
                  <c:v>0.1858974358974359</c:v>
                </c:pt>
                <c:pt idx="158">
                  <c:v>0.23076923076923078</c:v>
                </c:pt>
                <c:pt idx="159">
                  <c:v>0.19230769230769232</c:v>
                </c:pt>
                <c:pt idx="160">
                  <c:v>0.16025641025641027</c:v>
                </c:pt>
                <c:pt idx="161">
                  <c:v>0.20261437908496732</c:v>
                </c:pt>
                <c:pt idx="162">
                  <c:v>0.22222222222222221</c:v>
                </c:pt>
                <c:pt idx="163">
                  <c:v>0.1437908496732026</c:v>
                </c:pt>
                <c:pt idx="164">
                  <c:v>0.16993464052287582</c:v>
                </c:pt>
                <c:pt idx="165">
                  <c:v>0.17647058823529413</c:v>
                </c:pt>
                <c:pt idx="166">
                  <c:v>0.18300653594771241</c:v>
                </c:pt>
                <c:pt idx="167">
                  <c:v>0.13071895424836602</c:v>
                </c:pt>
                <c:pt idx="168">
                  <c:v>0.22068965517241379</c:v>
                </c:pt>
                <c:pt idx="169">
                  <c:v>0.19310344827586207</c:v>
                </c:pt>
                <c:pt idx="170">
                  <c:v>0.19310344827586207</c:v>
                </c:pt>
                <c:pt idx="171">
                  <c:v>0.2</c:v>
                </c:pt>
                <c:pt idx="172">
                  <c:v>0.24827586206896551</c:v>
                </c:pt>
                <c:pt idx="173">
                  <c:v>0.16551724137931034</c:v>
                </c:pt>
                <c:pt idx="174">
                  <c:v>0.22758620689655173</c:v>
                </c:pt>
                <c:pt idx="175">
                  <c:v>0.18439716312056736</c:v>
                </c:pt>
                <c:pt idx="176">
                  <c:v>0.1702127659574468</c:v>
                </c:pt>
                <c:pt idx="177">
                  <c:v>0.22695035460992907</c:v>
                </c:pt>
                <c:pt idx="178">
                  <c:v>0.20567375886524822</c:v>
                </c:pt>
                <c:pt idx="179">
                  <c:v>0.15602836879432624</c:v>
                </c:pt>
                <c:pt idx="180">
                  <c:v>0.26241134751773049</c:v>
                </c:pt>
                <c:pt idx="181">
                  <c:v>0.1702127659574468</c:v>
                </c:pt>
                <c:pt idx="182">
                  <c:v>0.18421052631578946</c:v>
                </c:pt>
                <c:pt idx="183">
                  <c:v>0.21052631578947367</c:v>
                </c:pt>
                <c:pt idx="184">
                  <c:v>0.24210526315789474</c:v>
                </c:pt>
                <c:pt idx="185">
                  <c:v>0.18947368421052632</c:v>
                </c:pt>
                <c:pt idx="186">
                  <c:v>0.24210526315789474</c:v>
                </c:pt>
                <c:pt idx="187">
                  <c:v>0.18421052631578946</c:v>
                </c:pt>
                <c:pt idx="188">
                  <c:v>0.27894736842105261</c:v>
                </c:pt>
                <c:pt idx="189">
                  <c:v>0.22746781115879827</c:v>
                </c:pt>
                <c:pt idx="190">
                  <c:v>0.22317596566523606</c:v>
                </c:pt>
                <c:pt idx="191">
                  <c:v>0.27896995708154504</c:v>
                </c:pt>
                <c:pt idx="192">
                  <c:v>0.22317596566523606</c:v>
                </c:pt>
                <c:pt idx="193">
                  <c:v>0.26609442060085836</c:v>
                </c:pt>
                <c:pt idx="194">
                  <c:v>0.33047210300429186</c:v>
                </c:pt>
                <c:pt idx="195">
                  <c:v>0.26180257510729615</c:v>
                </c:pt>
                <c:pt idx="196">
                  <c:v>0.25735294117647056</c:v>
                </c:pt>
                <c:pt idx="197">
                  <c:v>0.24264705882352941</c:v>
                </c:pt>
                <c:pt idx="198">
                  <c:v>0.26838235294117646</c:v>
                </c:pt>
                <c:pt idx="199">
                  <c:v>0.26838235294117646</c:v>
                </c:pt>
                <c:pt idx="200">
                  <c:v>0.29411764705882354</c:v>
                </c:pt>
                <c:pt idx="201">
                  <c:v>0.27573529411764708</c:v>
                </c:pt>
                <c:pt idx="202">
                  <c:v>0.33088235294117646</c:v>
                </c:pt>
                <c:pt idx="203">
                  <c:v>0.26440677966101694</c:v>
                </c:pt>
                <c:pt idx="204">
                  <c:v>0.30508474576271188</c:v>
                </c:pt>
                <c:pt idx="205">
                  <c:v>0.29830508474576273</c:v>
                </c:pt>
                <c:pt idx="206">
                  <c:v>0.28135593220338984</c:v>
                </c:pt>
                <c:pt idx="207">
                  <c:v>0.31186440677966104</c:v>
                </c:pt>
                <c:pt idx="208">
                  <c:v>0.33559322033898303</c:v>
                </c:pt>
                <c:pt idx="209">
                  <c:v>0.31525423728813562</c:v>
                </c:pt>
                <c:pt idx="210">
                  <c:v>0.33236994219653176</c:v>
                </c:pt>
                <c:pt idx="211">
                  <c:v>0.31213872832369943</c:v>
                </c:pt>
                <c:pt idx="212">
                  <c:v>0.32369942196531792</c:v>
                </c:pt>
                <c:pt idx="213">
                  <c:v>0.24855491329479767</c:v>
                </c:pt>
                <c:pt idx="214">
                  <c:v>0.2832369942196532</c:v>
                </c:pt>
                <c:pt idx="215">
                  <c:v>0.28901734104046245</c:v>
                </c:pt>
                <c:pt idx="216">
                  <c:v>0.27456647398843931</c:v>
                </c:pt>
                <c:pt idx="217">
                  <c:v>0.28823529411764703</c:v>
                </c:pt>
                <c:pt idx="218">
                  <c:v>0.26470588235294118</c:v>
                </c:pt>
                <c:pt idx="219">
                  <c:v>0.31470588235294117</c:v>
                </c:pt>
                <c:pt idx="220">
                  <c:v>0.29705882352941176</c:v>
                </c:pt>
                <c:pt idx="221">
                  <c:v>0.30588235294117649</c:v>
                </c:pt>
                <c:pt idx="222">
                  <c:v>0.28823529411764703</c:v>
                </c:pt>
                <c:pt idx="223">
                  <c:v>0.29705882352941176</c:v>
                </c:pt>
                <c:pt idx="224">
                  <c:v>0.27089337175792505</c:v>
                </c:pt>
                <c:pt idx="225">
                  <c:v>0.31123919308357351</c:v>
                </c:pt>
                <c:pt idx="226">
                  <c:v>0.29682997118155618</c:v>
                </c:pt>
                <c:pt idx="227">
                  <c:v>0.2737752161383285</c:v>
                </c:pt>
                <c:pt idx="228">
                  <c:v>0.30835734870317005</c:v>
                </c:pt>
                <c:pt idx="229">
                  <c:v>0.33429394812680113</c:v>
                </c:pt>
                <c:pt idx="230">
                  <c:v>0.31412103746397696</c:v>
                </c:pt>
                <c:pt idx="231">
                  <c:v>0.21875</c:v>
                </c:pt>
                <c:pt idx="232">
                  <c:v>0.25520833333333331</c:v>
                </c:pt>
                <c:pt idx="233">
                  <c:v>0.29947916666666669</c:v>
                </c:pt>
                <c:pt idx="234">
                  <c:v>0.24739583333333334</c:v>
                </c:pt>
                <c:pt idx="235">
                  <c:v>0.27604166666666669</c:v>
                </c:pt>
                <c:pt idx="236">
                  <c:v>0.30729166666666669</c:v>
                </c:pt>
                <c:pt idx="237">
                  <c:v>0.33072916666666669</c:v>
                </c:pt>
                <c:pt idx="238">
                  <c:v>0.1702127659574468</c:v>
                </c:pt>
                <c:pt idx="239">
                  <c:v>0.2144026186579378</c:v>
                </c:pt>
                <c:pt idx="240">
                  <c:v>0.21276595744680851</c:v>
                </c:pt>
                <c:pt idx="241">
                  <c:v>0.22585924713584288</c:v>
                </c:pt>
                <c:pt idx="242">
                  <c:v>0.27332242225859249</c:v>
                </c:pt>
                <c:pt idx="243">
                  <c:v>0.27823240589198034</c:v>
                </c:pt>
                <c:pt idx="244">
                  <c:v>0.27004909983633391</c:v>
                </c:pt>
                <c:pt idx="245">
                  <c:v>0.20926966292134833</c:v>
                </c:pt>
                <c:pt idx="246">
                  <c:v>0.21207865168539325</c:v>
                </c:pt>
                <c:pt idx="247">
                  <c:v>0.24297752808988765</c:v>
                </c:pt>
                <c:pt idx="248">
                  <c:v>0.21067415730337077</c:v>
                </c:pt>
                <c:pt idx="249">
                  <c:v>0.22752808988764045</c:v>
                </c:pt>
                <c:pt idx="250">
                  <c:v>0.24578651685393257</c:v>
                </c:pt>
                <c:pt idx="251">
                  <c:v>0.24719101123595505</c:v>
                </c:pt>
                <c:pt idx="252">
                  <c:v>0.23316062176165803</c:v>
                </c:pt>
                <c:pt idx="253">
                  <c:v>0.21761658031088082</c:v>
                </c:pt>
                <c:pt idx="254">
                  <c:v>0.23963730569948186</c:v>
                </c:pt>
                <c:pt idx="255">
                  <c:v>0.2344559585492228</c:v>
                </c:pt>
                <c:pt idx="256">
                  <c:v>0.22279792746113988</c:v>
                </c:pt>
                <c:pt idx="257">
                  <c:v>0.2422279792746114</c:v>
                </c:pt>
                <c:pt idx="258">
                  <c:v>0.28238341968911918</c:v>
                </c:pt>
                <c:pt idx="259">
                  <c:v>0.28048780487804881</c:v>
                </c:pt>
                <c:pt idx="260">
                  <c:v>0.29573170731707316</c:v>
                </c:pt>
                <c:pt idx="261">
                  <c:v>0.19969512195121952</c:v>
                </c:pt>
                <c:pt idx="262">
                  <c:v>0.26829268292682928</c:v>
                </c:pt>
                <c:pt idx="263">
                  <c:v>0.2073170731707317</c:v>
                </c:pt>
                <c:pt idx="264">
                  <c:v>0.23323170731707318</c:v>
                </c:pt>
                <c:pt idx="265">
                  <c:v>0.2423780487804878</c:v>
                </c:pt>
                <c:pt idx="266">
                  <c:v>0.21633888048411498</c:v>
                </c:pt>
                <c:pt idx="267">
                  <c:v>0.23600605143721634</c:v>
                </c:pt>
                <c:pt idx="268">
                  <c:v>0.22844175491679275</c:v>
                </c:pt>
                <c:pt idx="269">
                  <c:v>0.22390317700453857</c:v>
                </c:pt>
                <c:pt idx="270">
                  <c:v>0.2783661119515885</c:v>
                </c:pt>
                <c:pt idx="271">
                  <c:v>0.30862329803328292</c:v>
                </c:pt>
                <c:pt idx="272">
                  <c:v>0.32526475037821484</c:v>
                </c:pt>
                <c:pt idx="273">
                  <c:v>0.2832618025751073</c:v>
                </c:pt>
                <c:pt idx="274">
                  <c:v>0.28469241773962806</c:v>
                </c:pt>
                <c:pt idx="275">
                  <c:v>0.26895565092989987</c:v>
                </c:pt>
                <c:pt idx="276">
                  <c:v>0.28183118741058655</c:v>
                </c:pt>
                <c:pt idx="277">
                  <c:v>0.27467811158798283</c:v>
                </c:pt>
                <c:pt idx="278">
                  <c:v>0.28612303290414881</c:v>
                </c:pt>
                <c:pt idx="279">
                  <c:v>0.27467811158798283</c:v>
                </c:pt>
                <c:pt idx="280">
                  <c:v>0.28013029315960913</c:v>
                </c:pt>
                <c:pt idx="281">
                  <c:v>0.26058631921824105</c:v>
                </c:pt>
                <c:pt idx="282">
                  <c:v>0.2736156351791531</c:v>
                </c:pt>
                <c:pt idx="283">
                  <c:v>0.27850162866449513</c:v>
                </c:pt>
                <c:pt idx="284">
                  <c:v>0.250814332247557</c:v>
                </c:pt>
                <c:pt idx="285">
                  <c:v>0.23778501628664495</c:v>
                </c:pt>
                <c:pt idx="286">
                  <c:v>0.27035830618892509</c:v>
                </c:pt>
                <c:pt idx="287">
                  <c:v>0.24587155963302754</c:v>
                </c:pt>
                <c:pt idx="288">
                  <c:v>0.27339449541284405</c:v>
                </c:pt>
                <c:pt idx="289">
                  <c:v>0.24220183486238533</c:v>
                </c:pt>
                <c:pt idx="290">
                  <c:v>0.24036697247706423</c:v>
                </c:pt>
                <c:pt idx="291">
                  <c:v>0.19082568807339451</c:v>
                </c:pt>
                <c:pt idx="292">
                  <c:v>0.19266055045871561</c:v>
                </c:pt>
                <c:pt idx="293">
                  <c:v>0.19266055045871561</c:v>
                </c:pt>
                <c:pt idx="294">
                  <c:v>0.2132701421800948</c:v>
                </c:pt>
                <c:pt idx="295">
                  <c:v>0.23933649289099526</c:v>
                </c:pt>
                <c:pt idx="296">
                  <c:v>0.21800947867298578</c:v>
                </c:pt>
                <c:pt idx="297">
                  <c:v>0.16113744075829384</c:v>
                </c:pt>
                <c:pt idx="298">
                  <c:v>0.17772511848341233</c:v>
                </c:pt>
                <c:pt idx="299">
                  <c:v>0.17298578199052134</c:v>
                </c:pt>
                <c:pt idx="300">
                  <c:v>0.16824644549763032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0-6E01-4963-80B3-D0AA74A04C0D}"/>
            </c:ext>
          </c:extLst>
        </c:ser>
        <c:ser>
          <c:idx val="1"/>
          <c:order val="1"/>
          <c:tx>
            <c:strRef>
              <c:f>DAU!$H$1</c:f>
              <c:strCache>
                <c:ptCount val="1"/>
                <c:pt idx="0">
                  <c:v>SF (ежемесячно)</c:v>
                </c:pt>
              </c:strCache>
            </c:strRef>
          </c:tx>
          <c:spPr>
            <a:ln w="34925" cap="rnd">
              <a:solidFill>
                <a:schemeClr val="accent2"/>
              </a:solidFill>
              <a:round/>
            </a:ln>
            <a:effectLst>
              <a:outerShdw blurRad="50800" dist="38100" dir="5400000" rotWithShape="0">
                <a:srgbClr val="000000">
                  <a:alpha val="46000"/>
                </a:srgbClr>
              </a:outerShdw>
            </a:effectLst>
          </c:spPr>
          <c:marker>
            <c:symbol val="none"/>
          </c:marker>
          <c:cat>
            <c:numRef>
              <c:f>DAU!$A$4:$A$304</c:f>
              <c:numCache>
                <c:formatCode>m/d/yyyy</c:formatCode>
                <c:ptCount val="301"/>
                <c:pt idx="0">
                  <c:v>44746</c:v>
                </c:pt>
                <c:pt idx="1">
                  <c:v>44747</c:v>
                </c:pt>
                <c:pt idx="2">
                  <c:v>44748</c:v>
                </c:pt>
                <c:pt idx="3">
                  <c:v>44749</c:v>
                </c:pt>
                <c:pt idx="4">
                  <c:v>44750</c:v>
                </c:pt>
                <c:pt idx="5">
                  <c:v>44751</c:v>
                </c:pt>
                <c:pt idx="6">
                  <c:v>44752</c:v>
                </c:pt>
                <c:pt idx="7">
                  <c:v>44753</c:v>
                </c:pt>
                <c:pt idx="8">
                  <c:v>44754</c:v>
                </c:pt>
                <c:pt idx="9">
                  <c:v>44755</c:v>
                </c:pt>
                <c:pt idx="10">
                  <c:v>44756</c:v>
                </c:pt>
                <c:pt idx="11">
                  <c:v>44757</c:v>
                </c:pt>
                <c:pt idx="12">
                  <c:v>44758</c:v>
                </c:pt>
                <c:pt idx="13">
                  <c:v>44759</c:v>
                </c:pt>
                <c:pt idx="14">
                  <c:v>44760</c:v>
                </c:pt>
                <c:pt idx="15">
                  <c:v>44761</c:v>
                </c:pt>
                <c:pt idx="16">
                  <c:v>44762</c:v>
                </c:pt>
                <c:pt idx="17">
                  <c:v>44763</c:v>
                </c:pt>
                <c:pt idx="18">
                  <c:v>44764</c:v>
                </c:pt>
                <c:pt idx="19">
                  <c:v>44765</c:v>
                </c:pt>
                <c:pt idx="20">
                  <c:v>44766</c:v>
                </c:pt>
                <c:pt idx="21">
                  <c:v>44767</c:v>
                </c:pt>
                <c:pt idx="22">
                  <c:v>44768</c:v>
                </c:pt>
                <c:pt idx="23">
                  <c:v>44769</c:v>
                </c:pt>
                <c:pt idx="24">
                  <c:v>44770</c:v>
                </c:pt>
                <c:pt idx="25">
                  <c:v>44771</c:v>
                </c:pt>
                <c:pt idx="26">
                  <c:v>44772</c:v>
                </c:pt>
                <c:pt idx="27">
                  <c:v>44773</c:v>
                </c:pt>
                <c:pt idx="28">
                  <c:v>44774</c:v>
                </c:pt>
                <c:pt idx="29">
                  <c:v>44775</c:v>
                </c:pt>
                <c:pt idx="30">
                  <c:v>44776</c:v>
                </c:pt>
                <c:pt idx="31">
                  <c:v>44777</c:v>
                </c:pt>
                <c:pt idx="32">
                  <c:v>44778</c:v>
                </c:pt>
                <c:pt idx="33">
                  <c:v>44779</c:v>
                </c:pt>
                <c:pt idx="34">
                  <c:v>44780</c:v>
                </c:pt>
                <c:pt idx="35">
                  <c:v>44781</c:v>
                </c:pt>
                <c:pt idx="36">
                  <c:v>44782</c:v>
                </c:pt>
                <c:pt idx="37">
                  <c:v>44783</c:v>
                </c:pt>
                <c:pt idx="38">
                  <c:v>44784</c:v>
                </c:pt>
                <c:pt idx="39">
                  <c:v>44785</c:v>
                </c:pt>
                <c:pt idx="40">
                  <c:v>44786</c:v>
                </c:pt>
                <c:pt idx="41">
                  <c:v>44787</c:v>
                </c:pt>
                <c:pt idx="42">
                  <c:v>44788</c:v>
                </c:pt>
                <c:pt idx="43">
                  <c:v>44789</c:v>
                </c:pt>
                <c:pt idx="44">
                  <c:v>44790</c:v>
                </c:pt>
                <c:pt idx="45">
                  <c:v>44791</c:v>
                </c:pt>
                <c:pt idx="46">
                  <c:v>44792</c:v>
                </c:pt>
                <c:pt idx="47">
                  <c:v>44793</c:v>
                </c:pt>
                <c:pt idx="48">
                  <c:v>44794</c:v>
                </c:pt>
                <c:pt idx="49">
                  <c:v>44795</c:v>
                </c:pt>
                <c:pt idx="50">
                  <c:v>44796</c:v>
                </c:pt>
                <c:pt idx="51">
                  <c:v>44797</c:v>
                </c:pt>
                <c:pt idx="52">
                  <c:v>44798</c:v>
                </c:pt>
                <c:pt idx="53">
                  <c:v>44799</c:v>
                </c:pt>
                <c:pt idx="54">
                  <c:v>44800</c:v>
                </c:pt>
                <c:pt idx="55">
                  <c:v>44801</c:v>
                </c:pt>
                <c:pt idx="56">
                  <c:v>44802</c:v>
                </c:pt>
                <c:pt idx="57">
                  <c:v>44803</c:v>
                </c:pt>
                <c:pt idx="58">
                  <c:v>44804</c:v>
                </c:pt>
                <c:pt idx="59">
                  <c:v>44805</c:v>
                </c:pt>
                <c:pt idx="60">
                  <c:v>44806</c:v>
                </c:pt>
                <c:pt idx="61">
                  <c:v>44807</c:v>
                </c:pt>
                <c:pt idx="62">
                  <c:v>44808</c:v>
                </c:pt>
                <c:pt idx="63">
                  <c:v>44809</c:v>
                </c:pt>
                <c:pt idx="64">
                  <c:v>44810</c:v>
                </c:pt>
                <c:pt idx="65">
                  <c:v>44811</c:v>
                </c:pt>
                <c:pt idx="66">
                  <c:v>44812</c:v>
                </c:pt>
                <c:pt idx="67">
                  <c:v>44813</c:v>
                </c:pt>
                <c:pt idx="68">
                  <c:v>44814</c:v>
                </c:pt>
                <c:pt idx="69">
                  <c:v>44815</c:v>
                </c:pt>
                <c:pt idx="70">
                  <c:v>44816</c:v>
                </c:pt>
                <c:pt idx="71">
                  <c:v>44817</c:v>
                </c:pt>
                <c:pt idx="72">
                  <c:v>44818</c:v>
                </c:pt>
                <c:pt idx="73">
                  <c:v>44819</c:v>
                </c:pt>
                <c:pt idx="74">
                  <c:v>44820</c:v>
                </c:pt>
                <c:pt idx="75">
                  <c:v>44821</c:v>
                </c:pt>
                <c:pt idx="76">
                  <c:v>44822</c:v>
                </c:pt>
                <c:pt idx="77">
                  <c:v>44823</c:v>
                </c:pt>
                <c:pt idx="78">
                  <c:v>44824</c:v>
                </c:pt>
                <c:pt idx="79">
                  <c:v>44825</c:v>
                </c:pt>
                <c:pt idx="80">
                  <c:v>44826</c:v>
                </c:pt>
                <c:pt idx="81">
                  <c:v>44827</c:v>
                </c:pt>
                <c:pt idx="82">
                  <c:v>44828</c:v>
                </c:pt>
                <c:pt idx="83">
                  <c:v>44829</c:v>
                </c:pt>
                <c:pt idx="84">
                  <c:v>44830</c:v>
                </c:pt>
                <c:pt idx="85">
                  <c:v>44831</c:v>
                </c:pt>
                <c:pt idx="86">
                  <c:v>44832</c:v>
                </c:pt>
                <c:pt idx="87">
                  <c:v>44833</c:v>
                </c:pt>
                <c:pt idx="88">
                  <c:v>44834</c:v>
                </c:pt>
                <c:pt idx="89">
                  <c:v>44835</c:v>
                </c:pt>
                <c:pt idx="90">
                  <c:v>44836</c:v>
                </c:pt>
                <c:pt idx="91">
                  <c:v>44837</c:v>
                </c:pt>
                <c:pt idx="92">
                  <c:v>44838</c:v>
                </c:pt>
                <c:pt idx="93">
                  <c:v>44839</c:v>
                </c:pt>
                <c:pt idx="94">
                  <c:v>44840</c:v>
                </c:pt>
                <c:pt idx="95">
                  <c:v>44841</c:v>
                </c:pt>
                <c:pt idx="96">
                  <c:v>44842</c:v>
                </c:pt>
                <c:pt idx="97">
                  <c:v>44843</c:v>
                </c:pt>
                <c:pt idx="98">
                  <c:v>44844</c:v>
                </c:pt>
                <c:pt idx="99">
                  <c:v>44845</c:v>
                </c:pt>
                <c:pt idx="100">
                  <c:v>44846</c:v>
                </c:pt>
                <c:pt idx="101">
                  <c:v>44847</c:v>
                </c:pt>
                <c:pt idx="102">
                  <c:v>44848</c:v>
                </c:pt>
                <c:pt idx="103">
                  <c:v>44849</c:v>
                </c:pt>
                <c:pt idx="104">
                  <c:v>44850</c:v>
                </c:pt>
                <c:pt idx="105">
                  <c:v>44851</c:v>
                </c:pt>
                <c:pt idx="106">
                  <c:v>44852</c:v>
                </c:pt>
                <c:pt idx="107">
                  <c:v>44853</c:v>
                </c:pt>
                <c:pt idx="108">
                  <c:v>44854</c:v>
                </c:pt>
                <c:pt idx="109">
                  <c:v>44855</c:v>
                </c:pt>
                <c:pt idx="110">
                  <c:v>44856</c:v>
                </c:pt>
                <c:pt idx="111">
                  <c:v>44857</c:v>
                </c:pt>
                <c:pt idx="112">
                  <c:v>44858</c:v>
                </c:pt>
                <c:pt idx="113">
                  <c:v>44859</c:v>
                </c:pt>
                <c:pt idx="114">
                  <c:v>44860</c:v>
                </c:pt>
                <c:pt idx="115">
                  <c:v>44861</c:v>
                </c:pt>
                <c:pt idx="116">
                  <c:v>44862</c:v>
                </c:pt>
                <c:pt idx="117">
                  <c:v>44863</c:v>
                </c:pt>
                <c:pt idx="118">
                  <c:v>44864</c:v>
                </c:pt>
                <c:pt idx="119">
                  <c:v>44865</c:v>
                </c:pt>
                <c:pt idx="120">
                  <c:v>44866</c:v>
                </c:pt>
                <c:pt idx="121">
                  <c:v>44867</c:v>
                </c:pt>
                <c:pt idx="122">
                  <c:v>44868</c:v>
                </c:pt>
                <c:pt idx="123">
                  <c:v>44869</c:v>
                </c:pt>
                <c:pt idx="124">
                  <c:v>44870</c:v>
                </c:pt>
                <c:pt idx="125">
                  <c:v>44871</c:v>
                </c:pt>
                <c:pt idx="126">
                  <c:v>44872</c:v>
                </c:pt>
                <c:pt idx="127">
                  <c:v>44873</c:v>
                </c:pt>
                <c:pt idx="128">
                  <c:v>44874</c:v>
                </c:pt>
                <c:pt idx="129">
                  <c:v>44875</c:v>
                </c:pt>
                <c:pt idx="130">
                  <c:v>44876</c:v>
                </c:pt>
                <c:pt idx="131">
                  <c:v>44877</c:v>
                </c:pt>
                <c:pt idx="132">
                  <c:v>44878</c:v>
                </c:pt>
                <c:pt idx="133">
                  <c:v>44879</c:v>
                </c:pt>
                <c:pt idx="134">
                  <c:v>44880</c:v>
                </c:pt>
                <c:pt idx="135">
                  <c:v>44881</c:v>
                </c:pt>
                <c:pt idx="136">
                  <c:v>44882</c:v>
                </c:pt>
                <c:pt idx="137">
                  <c:v>44883</c:v>
                </c:pt>
                <c:pt idx="138">
                  <c:v>44884</c:v>
                </c:pt>
                <c:pt idx="139">
                  <c:v>44885</c:v>
                </c:pt>
                <c:pt idx="140">
                  <c:v>44886</c:v>
                </c:pt>
                <c:pt idx="141">
                  <c:v>44887</c:v>
                </c:pt>
                <c:pt idx="142">
                  <c:v>44888</c:v>
                </c:pt>
                <c:pt idx="143">
                  <c:v>44889</c:v>
                </c:pt>
                <c:pt idx="144">
                  <c:v>44890</c:v>
                </c:pt>
                <c:pt idx="145">
                  <c:v>44891</c:v>
                </c:pt>
                <c:pt idx="146">
                  <c:v>44892</c:v>
                </c:pt>
                <c:pt idx="147">
                  <c:v>44893</c:v>
                </c:pt>
                <c:pt idx="148">
                  <c:v>44894</c:v>
                </c:pt>
                <c:pt idx="149">
                  <c:v>44895</c:v>
                </c:pt>
                <c:pt idx="150">
                  <c:v>44896</c:v>
                </c:pt>
                <c:pt idx="151">
                  <c:v>44897</c:v>
                </c:pt>
                <c:pt idx="152">
                  <c:v>44898</c:v>
                </c:pt>
                <c:pt idx="153">
                  <c:v>44899</c:v>
                </c:pt>
                <c:pt idx="154">
                  <c:v>44900</c:v>
                </c:pt>
                <c:pt idx="155">
                  <c:v>44901</c:v>
                </c:pt>
                <c:pt idx="156">
                  <c:v>44902</c:v>
                </c:pt>
                <c:pt idx="157">
                  <c:v>44903</c:v>
                </c:pt>
                <c:pt idx="158">
                  <c:v>44904</c:v>
                </c:pt>
                <c:pt idx="159">
                  <c:v>44905</c:v>
                </c:pt>
                <c:pt idx="160">
                  <c:v>44906</c:v>
                </c:pt>
                <c:pt idx="161">
                  <c:v>44907</c:v>
                </c:pt>
                <c:pt idx="162">
                  <c:v>44908</c:v>
                </c:pt>
                <c:pt idx="163">
                  <c:v>44909</c:v>
                </c:pt>
                <c:pt idx="164">
                  <c:v>44910</c:v>
                </c:pt>
                <c:pt idx="165">
                  <c:v>44911</c:v>
                </c:pt>
                <c:pt idx="166">
                  <c:v>44912</c:v>
                </c:pt>
                <c:pt idx="167">
                  <c:v>44913</c:v>
                </c:pt>
                <c:pt idx="168">
                  <c:v>44914</c:v>
                </c:pt>
                <c:pt idx="169">
                  <c:v>44915</c:v>
                </c:pt>
                <c:pt idx="170">
                  <c:v>44916</c:v>
                </c:pt>
                <c:pt idx="171">
                  <c:v>44917</c:v>
                </c:pt>
                <c:pt idx="172">
                  <c:v>44918</c:v>
                </c:pt>
                <c:pt idx="173">
                  <c:v>44919</c:v>
                </c:pt>
                <c:pt idx="174">
                  <c:v>44920</c:v>
                </c:pt>
                <c:pt idx="175">
                  <c:v>44921</c:v>
                </c:pt>
                <c:pt idx="176">
                  <c:v>44922</c:v>
                </c:pt>
                <c:pt idx="177">
                  <c:v>44923</c:v>
                </c:pt>
                <c:pt idx="178">
                  <c:v>44924</c:v>
                </c:pt>
                <c:pt idx="179">
                  <c:v>44925</c:v>
                </c:pt>
                <c:pt idx="180">
                  <c:v>44926</c:v>
                </c:pt>
                <c:pt idx="181">
                  <c:v>44927</c:v>
                </c:pt>
                <c:pt idx="182">
                  <c:v>44928</c:v>
                </c:pt>
                <c:pt idx="183">
                  <c:v>44929</c:v>
                </c:pt>
                <c:pt idx="184">
                  <c:v>44930</c:v>
                </c:pt>
                <c:pt idx="185">
                  <c:v>44931</c:v>
                </c:pt>
                <c:pt idx="186">
                  <c:v>44932</c:v>
                </c:pt>
                <c:pt idx="187">
                  <c:v>44933</c:v>
                </c:pt>
                <c:pt idx="188">
                  <c:v>44934</c:v>
                </c:pt>
                <c:pt idx="189">
                  <c:v>44935</c:v>
                </c:pt>
                <c:pt idx="190">
                  <c:v>44936</c:v>
                </c:pt>
                <c:pt idx="191">
                  <c:v>44937</c:v>
                </c:pt>
                <c:pt idx="192">
                  <c:v>44938</c:v>
                </c:pt>
                <c:pt idx="193">
                  <c:v>44939</c:v>
                </c:pt>
                <c:pt idx="194">
                  <c:v>44940</c:v>
                </c:pt>
                <c:pt idx="195">
                  <c:v>44941</c:v>
                </c:pt>
                <c:pt idx="196">
                  <c:v>44942</c:v>
                </c:pt>
                <c:pt idx="197">
                  <c:v>44943</c:v>
                </c:pt>
                <c:pt idx="198">
                  <c:v>44944</c:v>
                </c:pt>
                <c:pt idx="199">
                  <c:v>44945</c:v>
                </c:pt>
                <c:pt idx="200">
                  <c:v>44946</c:v>
                </c:pt>
                <c:pt idx="201">
                  <c:v>44947</c:v>
                </c:pt>
                <c:pt idx="202">
                  <c:v>44948</c:v>
                </c:pt>
                <c:pt idx="203">
                  <c:v>44949</c:v>
                </c:pt>
                <c:pt idx="204">
                  <c:v>44950</c:v>
                </c:pt>
                <c:pt idx="205">
                  <c:v>44951</c:v>
                </c:pt>
                <c:pt idx="206">
                  <c:v>44952</c:v>
                </c:pt>
                <c:pt idx="207">
                  <c:v>44953</c:v>
                </c:pt>
                <c:pt idx="208">
                  <c:v>44954</c:v>
                </c:pt>
                <c:pt idx="209">
                  <c:v>44955</c:v>
                </c:pt>
                <c:pt idx="210">
                  <c:v>44956</c:v>
                </c:pt>
                <c:pt idx="211">
                  <c:v>44957</c:v>
                </c:pt>
                <c:pt idx="212">
                  <c:v>44958</c:v>
                </c:pt>
                <c:pt idx="213">
                  <c:v>44959</c:v>
                </c:pt>
                <c:pt idx="214">
                  <c:v>44960</c:v>
                </c:pt>
                <c:pt idx="215">
                  <c:v>44961</c:v>
                </c:pt>
                <c:pt idx="216">
                  <c:v>44962</c:v>
                </c:pt>
                <c:pt idx="217">
                  <c:v>44963</c:v>
                </c:pt>
                <c:pt idx="218">
                  <c:v>44964</c:v>
                </c:pt>
                <c:pt idx="219">
                  <c:v>44965</c:v>
                </c:pt>
                <c:pt idx="220">
                  <c:v>44966</c:v>
                </c:pt>
                <c:pt idx="221">
                  <c:v>44967</c:v>
                </c:pt>
                <c:pt idx="222">
                  <c:v>44968</c:v>
                </c:pt>
                <c:pt idx="223">
                  <c:v>44969</c:v>
                </c:pt>
                <c:pt idx="224">
                  <c:v>44970</c:v>
                </c:pt>
                <c:pt idx="225">
                  <c:v>44971</c:v>
                </c:pt>
                <c:pt idx="226">
                  <c:v>44972</c:v>
                </c:pt>
                <c:pt idx="227">
                  <c:v>44973</c:v>
                </c:pt>
                <c:pt idx="228">
                  <c:v>44974</c:v>
                </c:pt>
                <c:pt idx="229">
                  <c:v>44975</c:v>
                </c:pt>
                <c:pt idx="230">
                  <c:v>44976</c:v>
                </c:pt>
                <c:pt idx="231">
                  <c:v>44977</c:v>
                </c:pt>
                <c:pt idx="232">
                  <c:v>44978</c:v>
                </c:pt>
                <c:pt idx="233">
                  <c:v>44979</c:v>
                </c:pt>
                <c:pt idx="234">
                  <c:v>44980</c:v>
                </c:pt>
                <c:pt idx="235">
                  <c:v>44981</c:v>
                </c:pt>
                <c:pt idx="236">
                  <c:v>44982</c:v>
                </c:pt>
                <c:pt idx="237">
                  <c:v>44983</c:v>
                </c:pt>
                <c:pt idx="238">
                  <c:v>44984</c:v>
                </c:pt>
                <c:pt idx="239">
                  <c:v>44985</c:v>
                </c:pt>
                <c:pt idx="240">
                  <c:v>44986</c:v>
                </c:pt>
                <c:pt idx="241">
                  <c:v>44987</c:v>
                </c:pt>
                <c:pt idx="242">
                  <c:v>44988</c:v>
                </c:pt>
                <c:pt idx="243">
                  <c:v>44989</c:v>
                </c:pt>
                <c:pt idx="244">
                  <c:v>44990</c:v>
                </c:pt>
                <c:pt idx="245">
                  <c:v>44991</c:v>
                </c:pt>
                <c:pt idx="246">
                  <c:v>44992</c:v>
                </c:pt>
                <c:pt idx="247">
                  <c:v>44993</c:v>
                </c:pt>
                <c:pt idx="248">
                  <c:v>44994</c:v>
                </c:pt>
                <c:pt idx="249">
                  <c:v>44995</c:v>
                </c:pt>
                <c:pt idx="250">
                  <c:v>44996</c:v>
                </c:pt>
                <c:pt idx="251">
                  <c:v>44997</c:v>
                </c:pt>
                <c:pt idx="252">
                  <c:v>44998</c:v>
                </c:pt>
                <c:pt idx="253">
                  <c:v>44999</c:v>
                </c:pt>
                <c:pt idx="254">
                  <c:v>45000</c:v>
                </c:pt>
                <c:pt idx="255">
                  <c:v>45001</c:v>
                </c:pt>
                <c:pt idx="256">
                  <c:v>45002</c:v>
                </c:pt>
                <c:pt idx="257">
                  <c:v>45003</c:v>
                </c:pt>
                <c:pt idx="258">
                  <c:v>45004</c:v>
                </c:pt>
                <c:pt idx="259">
                  <c:v>45005</c:v>
                </c:pt>
                <c:pt idx="260">
                  <c:v>45006</c:v>
                </c:pt>
                <c:pt idx="261">
                  <c:v>45007</c:v>
                </c:pt>
                <c:pt idx="262">
                  <c:v>45008</c:v>
                </c:pt>
                <c:pt idx="263">
                  <c:v>45009</c:v>
                </c:pt>
                <c:pt idx="264">
                  <c:v>45010</c:v>
                </c:pt>
                <c:pt idx="265">
                  <c:v>45011</c:v>
                </c:pt>
                <c:pt idx="266">
                  <c:v>45012</c:v>
                </c:pt>
                <c:pt idx="267">
                  <c:v>45013</c:v>
                </c:pt>
                <c:pt idx="268">
                  <c:v>45014</c:v>
                </c:pt>
                <c:pt idx="269">
                  <c:v>45015</c:v>
                </c:pt>
                <c:pt idx="270">
                  <c:v>45016</c:v>
                </c:pt>
                <c:pt idx="271">
                  <c:v>45017</c:v>
                </c:pt>
                <c:pt idx="272">
                  <c:v>45018</c:v>
                </c:pt>
                <c:pt idx="273">
                  <c:v>45019</c:v>
                </c:pt>
                <c:pt idx="274">
                  <c:v>45020</c:v>
                </c:pt>
                <c:pt idx="275">
                  <c:v>45021</c:v>
                </c:pt>
                <c:pt idx="276">
                  <c:v>45022</c:v>
                </c:pt>
                <c:pt idx="277">
                  <c:v>45023</c:v>
                </c:pt>
                <c:pt idx="278">
                  <c:v>45024</c:v>
                </c:pt>
                <c:pt idx="279">
                  <c:v>45025</c:v>
                </c:pt>
                <c:pt idx="280">
                  <c:v>45026</c:v>
                </c:pt>
                <c:pt idx="281">
                  <c:v>45027</c:v>
                </c:pt>
                <c:pt idx="282">
                  <c:v>45028</c:v>
                </c:pt>
                <c:pt idx="283">
                  <c:v>45029</c:v>
                </c:pt>
                <c:pt idx="284">
                  <c:v>45030</c:v>
                </c:pt>
                <c:pt idx="285">
                  <c:v>45031</c:v>
                </c:pt>
                <c:pt idx="286">
                  <c:v>45032</c:v>
                </c:pt>
                <c:pt idx="287">
                  <c:v>45033</c:v>
                </c:pt>
                <c:pt idx="288">
                  <c:v>45034</c:v>
                </c:pt>
                <c:pt idx="289">
                  <c:v>45035</c:v>
                </c:pt>
                <c:pt idx="290">
                  <c:v>45036</c:v>
                </c:pt>
                <c:pt idx="291">
                  <c:v>45037</c:v>
                </c:pt>
                <c:pt idx="292">
                  <c:v>45038</c:v>
                </c:pt>
                <c:pt idx="293">
                  <c:v>45039</c:v>
                </c:pt>
                <c:pt idx="294">
                  <c:v>45040</c:v>
                </c:pt>
                <c:pt idx="295">
                  <c:v>45041</c:v>
                </c:pt>
                <c:pt idx="296">
                  <c:v>45042</c:v>
                </c:pt>
                <c:pt idx="297">
                  <c:v>45043</c:v>
                </c:pt>
                <c:pt idx="298">
                  <c:v>45044</c:v>
                </c:pt>
                <c:pt idx="299">
                  <c:v>45045</c:v>
                </c:pt>
                <c:pt idx="300">
                  <c:v>45046</c:v>
                </c:pt>
              </c:numCache>
              <c:extLst/>
            </c:numRef>
          </c:cat>
          <c:val>
            <c:numRef>
              <c:f>DAU!$H$4:$H$304</c:f>
              <c:numCache>
                <c:formatCode>0%</c:formatCode>
                <c:ptCount val="301"/>
                <c:pt idx="0">
                  <c:v>2.5906735751295335E-2</c:v>
                </c:pt>
                <c:pt idx="1">
                  <c:v>5.181347150259067E-2</c:v>
                </c:pt>
                <c:pt idx="2">
                  <c:v>2.5906735751295335E-2</c:v>
                </c:pt>
                <c:pt idx="3">
                  <c:v>6.7357512953367879E-2</c:v>
                </c:pt>
                <c:pt idx="4">
                  <c:v>0.11398963730569948</c:v>
                </c:pt>
                <c:pt idx="5">
                  <c:v>0.11398963730569948</c:v>
                </c:pt>
                <c:pt idx="6">
                  <c:v>0.13471502590673576</c:v>
                </c:pt>
                <c:pt idx="7">
                  <c:v>0.11917098445595854</c:v>
                </c:pt>
                <c:pt idx="8">
                  <c:v>0.12435233160621761</c:v>
                </c:pt>
                <c:pt idx="9">
                  <c:v>0.15544041450777202</c:v>
                </c:pt>
                <c:pt idx="10">
                  <c:v>0.16580310880829016</c:v>
                </c:pt>
                <c:pt idx="11">
                  <c:v>0.12953367875647667</c:v>
                </c:pt>
                <c:pt idx="12">
                  <c:v>0.17616580310880828</c:v>
                </c:pt>
                <c:pt idx="13">
                  <c:v>0.20207253886010362</c:v>
                </c:pt>
                <c:pt idx="14">
                  <c:v>0.11398963730569948</c:v>
                </c:pt>
                <c:pt idx="15">
                  <c:v>0.19689119170984457</c:v>
                </c:pt>
                <c:pt idx="16">
                  <c:v>0.17616580310880828</c:v>
                </c:pt>
                <c:pt idx="17">
                  <c:v>0.25906735751295334</c:v>
                </c:pt>
                <c:pt idx="18">
                  <c:v>0.22279792746113988</c:v>
                </c:pt>
                <c:pt idx="19">
                  <c:v>0.22279792746113988</c:v>
                </c:pt>
                <c:pt idx="20">
                  <c:v>0.27461139896373055</c:v>
                </c:pt>
                <c:pt idx="21">
                  <c:v>0.32642487046632124</c:v>
                </c:pt>
                <c:pt idx="22">
                  <c:v>0.24870466321243523</c:v>
                </c:pt>
                <c:pt idx="23">
                  <c:v>0.30569948186528495</c:v>
                </c:pt>
                <c:pt idx="24">
                  <c:v>0.30569948186528495</c:v>
                </c:pt>
                <c:pt idx="25">
                  <c:v>0.31606217616580312</c:v>
                </c:pt>
                <c:pt idx="26">
                  <c:v>0.33160621761658032</c:v>
                </c:pt>
                <c:pt idx="27">
                  <c:v>0.33160621761658032</c:v>
                </c:pt>
                <c:pt idx="28">
                  <c:v>0.14207650273224043</c:v>
                </c:pt>
                <c:pt idx="29">
                  <c:v>0.16939890710382513</c:v>
                </c:pt>
                <c:pt idx="30">
                  <c:v>0.15027322404371585</c:v>
                </c:pt>
                <c:pt idx="31">
                  <c:v>0.16393442622950818</c:v>
                </c:pt>
                <c:pt idx="32">
                  <c:v>0.14207650273224043</c:v>
                </c:pt>
                <c:pt idx="33">
                  <c:v>0.16939890710382513</c:v>
                </c:pt>
                <c:pt idx="34">
                  <c:v>0.16120218579234974</c:v>
                </c:pt>
                <c:pt idx="35">
                  <c:v>0.15846994535519127</c:v>
                </c:pt>
                <c:pt idx="36">
                  <c:v>0.1448087431693989</c:v>
                </c:pt>
                <c:pt idx="37">
                  <c:v>0.15027322404371585</c:v>
                </c:pt>
                <c:pt idx="38">
                  <c:v>0.17759562841530055</c:v>
                </c:pt>
                <c:pt idx="39">
                  <c:v>0.14754098360655737</c:v>
                </c:pt>
                <c:pt idx="40">
                  <c:v>0.20218579234972678</c:v>
                </c:pt>
                <c:pt idx="41">
                  <c:v>0.16120218579234974</c:v>
                </c:pt>
                <c:pt idx="42">
                  <c:v>0.14754098360655737</c:v>
                </c:pt>
                <c:pt idx="43">
                  <c:v>0.18579234972677597</c:v>
                </c:pt>
                <c:pt idx="44">
                  <c:v>0.16120218579234974</c:v>
                </c:pt>
                <c:pt idx="45">
                  <c:v>0.16666666666666666</c:v>
                </c:pt>
                <c:pt idx="46">
                  <c:v>0.15846994535519127</c:v>
                </c:pt>
                <c:pt idx="47">
                  <c:v>0.1830601092896175</c:v>
                </c:pt>
                <c:pt idx="48">
                  <c:v>0.16939890710382513</c:v>
                </c:pt>
                <c:pt idx="49">
                  <c:v>0.1448087431693989</c:v>
                </c:pt>
                <c:pt idx="50">
                  <c:v>0.16393442622950818</c:v>
                </c:pt>
                <c:pt idx="51">
                  <c:v>0.1830601092896175</c:v>
                </c:pt>
                <c:pt idx="52">
                  <c:v>0.1830601092896175</c:v>
                </c:pt>
                <c:pt idx="53">
                  <c:v>0.16666666666666666</c:v>
                </c:pt>
                <c:pt idx="54">
                  <c:v>0.1721311475409836</c:v>
                </c:pt>
                <c:pt idx="55">
                  <c:v>0.16666666666666666</c:v>
                </c:pt>
                <c:pt idx="56">
                  <c:v>0.14754098360655737</c:v>
                </c:pt>
                <c:pt idx="57">
                  <c:v>0.19672131147540983</c:v>
                </c:pt>
                <c:pt idx="58">
                  <c:v>0.14754098360655737</c:v>
                </c:pt>
                <c:pt idx="59">
                  <c:v>0.17460317460317459</c:v>
                </c:pt>
                <c:pt idx="60">
                  <c:v>0.16137566137566137</c:v>
                </c:pt>
                <c:pt idx="61">
                  <c:v>0.15343915343915343</c:v>
                </c:pt>
                <c:pt idx="62">
                  <c:v>0.1693121693121693</c:v>
                </c:pt>
                <c:pt idx="63">
                  <c:v>0.16402116402116401</c:v>
                </c:pt>
                <c:pt idx="64">
                  <c:v>0.12169312169312169</c:v>
                </c:pt>
                <c:pt idx="65">
                  <c:v>0.12962962962962962</c:v>
                </c:pt>
                <c:pt idx="66">
                  <c:v>0.15608465608465608</c:v>
                </c:pt>
                <c:pt idx="67">
                  <c:v>0.15873015873015872</c:v>
                </c:pt>
                <c:pt idx="68">
                  <c:v>0.1402116402116402</c:v>
                </c:pt>
                <c:pt idx="69">
                  <c:v>0.16137566137566137</c:v>
                </c:pt>
                <c:pt idx="70">
                  <c:v>0.15343915343915343</c:v>
                </c:pt>
                <c:pt idx="71">
                  <c:v>0.1693121693121693</c:v>
                </c:pt>
                <c:pt idx="72">
                  <c:v>0.17195767195767195</c:v>
                </c:pt>
                <c:pt idx="73">
                  <c:v>0.19576719576719576</c:v>
                </c:pt>
                <c:pt idx="74">
                  <c:v>0.15343915343915343</c:v>
                </c:pt>
                <c:pt idx="75">
                  <c:v>0.16402116402116401</c:v>
                </c:pt>
                <c:pt idx="76">
                  <c:v>0.18253968253968253</c:v>
                </c:pt>
                <c:pt idx="77">
                  <c:v>0.17460317460317459</c:v>
                </c:pt>
                <c:pt idx="78">
                  <c:v>0.17724867724867724</c:v>
                </c:pt>
                <c:pt idx="79">
                  <c:v>0.18783068783068782</c:v>
                </c:pt>
                <c:pt idx="80">
                  <c:v>0.17724867724867724</c:v>
                </c:pt>
                <c:pt idx="81">
                  <c:v>0.14550264550264549</c:v>
                </c:pt>
                <c:pt idx="82">
                  <c:v>0.15343915343915343</c:v>
                </c:pt>
                <c:pt idx="83">
                  <c:v>0.19312169312169311</c:v>
                </c:pt>
                <c:pt idx="84">
                  <c:v>0.15343915343915343</c:v>
                </c:pt>
                <c:pt idx="85">
                  <c:v>0.20105820105820105</c:v>
                </c:pt>
                <c:pt idx="86">
                  <c:v>0.16402116402116401</c:v>
                </c:pt>
                <c:pt idx="87">
                  <c:v>0.17460317460317459</c:v>
                </c:pt>
                <c:pt idx="88">
                  <c:v>0.15608465608465608</c:v>
                </c:pt>
                <c:pt idx="89">
                  <c:v>0.15521628498727735</c:v>
                </c:pt>
                <c:pt idx="90">
                  <c:v>0.13231552162849872</c:v>
                </c:pt>
                <c:pt idx="91">
                  <c:v>0.17557251908396945</c:v>
                </c:pt>
                <c:pt idx="92">
                  <c:v>0.17811704834605599</c:v>
                </c:pt>
                <c:pt idx="93">
                  <c:v>0.11450381679389313</c:v>
                </c:pt>
                <c:pt idx="94">
                  <c:v>0.19592875318066158</c:v>
                </c:pt>
                <c:pt idx="95">
                  <c:v>0.15521628498727735</c:v>
                </c:pt>
                <c:pt idx="96">
                  <c:v>0.14249363867684478</c:v>
                </c:pt>
                <c:pt idx="97">
                  <c:v>0.16793893129770993</c:v>
                </c:pt>
                <c:pt idx="98">
                  <c:v>0.12977099236641221</c:v>
                </c:pt>
                <c:pt idx="99">
                  <c:v>0.15012722646310434</c:v>
                </c:pt>
                <c:pt idx="100">
                  <c:v>0.16539440203562342</c:v>
                </c:pt>
                <c:pt idx="101">
                  <c:v>0.13486005089058525</c:v>
                </c:pt>
                <c:pt idx="102">
                  <c:v>0.18320610687022901</c:v>
                </c:pt>
                <c:pt idx="103">
                  <c:v>0.15776081424936386</c:v>
                </c:pt>
                <c:pt idx="104">
                  <c:v>0.15776081424936386</c:v>
                </c:pt>
                <c:pt idx="105">
                  <c:v>0.17811704834605599</c:v>
                </c:pt>
                <c:pt idx="106">
                  <c:v>0.15776081424936386</c:v>
                </c:pt>
                <c:pt idx="107">
                  <c:v>0.20865139949109415</c:v>
                </c:pt>
                <c:pt idx="108">
                  <c:v>0.13231552162849872</c:v>
                </c:pt>
                <c:pt idx="109">
                  <c:v>0.16539440203562342</c:v>
                </c:pt>
                <c:pt idx="110">
                  <c:v>0.16284987277353691</c:v>
                </c:pt>
                <c:pt idx="111">
                  <c:v>0.14503816793893129</c:v>
                </c:pt>
                <c:pt idx="112">
                  <c:v>0.1475826972010178</c:v>
                </c:pt>
                <c:pt idx="113">
                  <c:v>0.16793893129770993</c:v>
                </c:pt>
                <c:pt idx="114">
                  <c:v>0.15267175572519084</c:v>
                </c:pt>
                <c:pt idx="115">
                  <c:v>0.13994910941475827</c:v>
                </c:pt>
                <c:pt idx="116">
                  <c:v>0.16539440203562342</c:v>
                </c:pt>
                <c:pt idx="117">
                  <c:v>0.13740458015267176</c:v>
                </c:pt>
                <c:pt idx="118">
                  <c:v>0.16793893129770993</c:v>
                </c:pt>
                <c:pt idx="119">
                  <c:v>0.18320610687022901</c:v>
                </c:pt>
                <c:pt idx="120">
                  <c:v>0.13615023474178403</c:v>
                </c:pt>
                <c:pt idx="121">
                  <c:v>0.12910798122065728</c:v>
                </c:pt>
                <c:pt idx="122">
                  <c:v>0.13145539906103287</c:v>
                </c:pt>
                <c:pt idx="123">
                  <c:v>0.14788732394366197</c:v>
                </c:pt>
                <c:pt idx="124">
                  <c:v>0.1619718309859155</c:v>
                </c:pt>
                <c:pt idx="125">
                  <c:v>0.14553990610328638</c:v>
                </c:pt>
                <c:pt idx="126">
                  <c:v>0.14084507042253522</c:v>
                </c:pt>
                <c:pt idx="127">
                  <c:v>0.14084507042253522</c:v>
                </c:pt>
                <c:pt idx="128">
                  <c:v>0.14084507042253522</c:v>
                </c:pt>
                <c:pt idx="129">
                  <c:v>0.12910798122065728</c:v>
                </c:pt>
                <c:pt idx="130">
                  <c:v>0.14553990610328638</c:v>
                </c:pt>
                <c:pt idx="131">
                  <c:v>0.12441314553990611</c:v>
                </c:pt>
                <c:pt idx="132">
                  <c:v>0.12676056338028169</c:v>
                </c:pt>
                <c:pt idx="133">
                  <c:v>0.107981220657277</c:v>
                </c:pt>
                <c:pt idx="134">
                  <c:v>0.12910798122065728</c:v>
                </c:pt>
                <c:pt idx="135">
                  <c:v>0.11971830985915492</c:v>
                </c:pt>
                <c:pt idx="136">
                  <c:v>0.13615023474178403</c:v>
                </c:pt>
                <c:pt idx="137">
                  <c:v>0.11971830985915492</c:v>
                </c:pt>
                <c:pt idx="138">
                  <c:v>9.3896713615023469E-2</c:v>
                </c:pt>
                <c:pt idx="139">
                  <c:v>0.11737089201877934</c:v>
                </c:pt>
                <c:pt idx="140">
                  <c:v>7.9812206572769953E-2</c:v>
                </c:pt>
                <c:pt idx="141">
                  <c:v>9.6244131455399062E-2</c:v>
                </c:pt>
                <c:pt idx="142">
                  <c:v>9.154929577464789E-2</c:v>
                </c:pt>
                <c:pt idx="143">
                  <c:v>7.5117370892018781E-2</c:v>
                </c:pt>
                <c:pt idx="144">
                  <c:v>7.5117370892018781E-2</c:v>
                </c:pt>
                <c:pt idx="145">
                  <c:v>7.2769953051643188E-2</c:v>
                </c:pt>
                <c:pt idx="146">
                  <c:v>8.2159624413145546E-2</c:v>
                </c:pt>
                <c:pt idx="147">
                  <c:v>7.5117370892018781E-2</c:v>
                </c:pt>
                <c:pt idx="148">
                  <c:v>5.39906103286385E-2</c:v>
                </c:pt>
                <c:pt idx="149">
                  <c:v>8.2159624413145546E-2</c:v>
                </c:pt>
                <c:pt idx="150">
                  <c:v>8.2051282051282051E-2</c:v>
                </c:pt>
                <c:pt idx="151">
                  <c:v>6.4102564102564097E-2</c:v>
                </c:pt>
                <c:pt idx="152">
                  <c:v>4.8717948717948718E-2</c:v>
                </c:pt>
                <c:pt idx="153">
                  <c:v>7.6923076923076927E-2</c:v>
                </c:pt>
                <c:pt idx="154">
                  <c:v>5.8974358974358973E-2</c:v>
                </c:pt>
                <c:pt idx="155">
                  <c:v>8.2051282051282051E-2</c:v>
                </c:pt>
                <c:pt idx="156">
                  <c:v>8.9743589743589744E-2</c:v>
                </c:pt>
                <c:pt idx="157">
                  <c:v>7.4358974358974358E-2</c:v>
                </c:pt>
                <c:pt idx="158">
                  <c:v>9.2307692307692313E-2</c:v>
                </c:pt>
                <c:pt idx="159">
                  <c:v>7.6923076923076927E-2</c:v>
                </c:pt>
                <c:pt idx="160">
                  <c:v>6.4102564102564097E-2</c:v>
                </c:pt>
                <c:pt idx="161">
                  <c:v>7.9487179487179482E-2</c:v>
                </c:pt>
                <c:pt idx="162">
                  <c:v>8.7179487179487175E-2</c:v>
                </c:pt>
                <c:pt idx="163">
                  <c:v>5.6410256410256411E-2</c:v>
                </c:pt>
                <c:pt idx="164">
                  <c:v>6.6666666666666666E-2</c:v>
                </c:pt>
                <c:pt idx="165">
                  <c:v>6.9230769230769235E-2</c:v>
                </c:pt>
                <c:pt idx="166">
                  <c:v>7.179487179487179E-2</c:v>
                </c:pt>
                <c:pt idx="167">
                  <c:v>5.128205128205128E-2</c:v>
                </c:pt>
                <c:pt idx="168">
                  <c:v>8.2051282051282051E-2</c:v>
                </c:pt>
                <c:pt idx="169">
                  <c:v>7.179487179487179E-2</c:v>
                </c:pt>
                <c:pt idx="170">
                  <c:v>7.179487179487179E-2</c:v>
                </c:pt>
                <c:pt idx="171">
                  <c:v>7.4358974358974358E-2</c:v>
                </c:pt>
                <c:pt idx="172">
                  <c:v>9.2307692307692313E-2</c:v>
                </c:pt>
                <c:pt idx="173">
                  <c:v>6.1538461538461542E-2</c:v>
                </c:pt>
                <c:pt idx="174">
                  <c:v>8.461538461538462E-2</c:v>
                </c:pt>
                <c:pt idx="175">
                  <c:v>6.6666666666666666E-2</c:v>
                </c:pt>
                <c:pt idx="176">
                  <c:v>6.1538461538461542E-2</c:v>
                </c:pt>
                <c:pt idx="177">
                  <c:v>8.2051282051282051E-2</c:v>
                </c:pt>
                <c:pt idx="178">
                  <c:v>7.4358974358974358E-2</c:v>
                </c:pt>
                <c:pt idx="179">
                  <c:v>5.6410256410256411E-2</c:v>
                </c:pt>
                <c:pt idx="180">
                  <c:v>9.4871794871794868E-2</c:v>
                </c:pt>
                <c:pt idx="181">
                  <c:v>4.4776119402985072E-2</c:v>
                </c:pt>
                <c:pt idx="182">
                  <c:v>6.5298507462686561E-2</c:v>
                </c:pt>
                <c:pt idx="183">
                  <c:v>7.4626865671641784E-2</c:v>
                </c:pt>
                <c:pt idx="184">
                  <c:v>8.5820895522388058E-2</c:v>
                </c:pt>
                <c:pt idx="185">
                  <c:v>6.7164179104477612E-2</c:v>
                </c:pt>
                <c:pt idx="186">
                  <c:v>8.5820895522388058E-2</c:v>
                </c:pt>
                <c:pt idx="187">
                  <c:v>6.5298507462686561E-2</c:v>
                </c:pt>
                <c:pt idx="188">
                  <c:v>9.8880597014925367E-2</c:v>
                </c:pt>
                <c:pt idx="189">
                  <c:v>9.8880597014925367E-2</c:v>
                </c:pt>
                <c:pt idx="190">
                  <c:v>9.7014925373134331E-2</c:v>
                </c:pt>
                <c:pt idx="191">
                  <c:v>0.12126865671641791</c:v>
                </c:pt>
                <c:pt idx="192">
                  <c:v>9.7014925373134331E-2</c:v>
                </c:pt>
                <c:pt idx="193">
                  <c:v>0.11567164179104478</c:v>
                </c:pt>
                <c:pt idx="194">
                  <c:v>0.14365671641791045</c:v>
                </c:pt>
                <c:pt idx="195">
                  <c:v>0.11380597014925373</c:v>
                </c:pt>
                <c:pt idx="196">
                  <c:v>0.13059701492537312</c:v>
                </c:pt>
                <c:pt idx="197">
                  <c:v>0.12313432835820895</c:v>
                </c:pt>
                <c:pt idx="198">
                  <c:v>0.13619402985074627</c:v>
                </c:pt>
                <c:pt idx="199">
                  <c:v>0.13619402985074627</c:v>
                </c:pt>
                <c:pt idx="200">
                  <c:v>0.14925373134328357</c:v>
                </c:pt>
                <c:pt idx="201">
                  <c:v>0.13992537313432835</c:v>
                </c:pt>
                <c:pt idx="202">
                  <c:v>0.16791044776119404</c:v>
                </c:pt>
                <c:pt idx="203">
                  <c:v>0.1455223880597015</c:v>
                </c:pt>
                <c:pt idx="204">
                  <c:v>0.16791044776119404</c:v>
                </c:pt>
                <c:pt idx="205">
                  <c:v>0.16417910447761194</c:v>
                </c:pt>
                <c:pt idx="206">
                  <c:v>0.15485074626865672</c:v>
                </c:pt>
                <c:pt idx="207">
                  <c:v>0.17164179104477612</c:v>
                </c:pt>
                <c:pt idx="208">
                  <c:v>0.18470149253731344</c:v>
                </c:pt>
                <c:pt idx="209">
                  <c:v>0.17350746268656717</c:v>
                </c:pt>
                <c:pt idx="210">
                  <c:v>0.21455223880597016</c:v>
                </c:pt>
                <c:pt idx="211">
                  <c:v>0.20149253731343283</c:v>
                </c:pt>
                <c:pt idx="212">
                  <c:v>0.16091954022988506</c:v>
                </c:pt>
                <c:pt idx="213">
                  <c:v>0.1235632183908046</c:v>
                </c:pt>
                <c:pt idx="214">
                  <c:v>0.14080459770114942</c:v>
                </c:pt>
                <c:pt idx="215">
                  <c:v>0.14367816091954022</c:v>
                </c:pt>
                <c:pt idx="216">
                  <c:v>0.13649425287356323</c:v>
                </c:pt>
                <c:pt idx="217">
                  <c:v>0.14080459770114942</c:v>
                </c:pt>
                <c:pt idx="218">
                  <c:v>0.12931034482758622</c:v>
                </c:pt>
                <c:pt idx="219">
                  <c:v>0.15373563218390804</c:v>
                </c:pt>
                <c:pt idx="220">
                  <c:v>0.14511494252873564</c:v>
                </c:pt>
                <c:pt idx="221">
                  <c:v>0.14942528735632185</c:v>
                </c:pt>
                <c:pt idx="222">
                  <c:v>0.14080459770114942</c:v>
                </c:pt>
                <c:pt idx="223">
                  <c:v>0.14511494252873564</c:v>
                </c:pt>
                <c:pt idx="224">
                  <c:v>0.13505747126436782</c:v>
                </c:pt>
                <c:pt idx="225">
                  <c:v>0.15517241379310345</c:v>
                </c:pt>
                <c:pt idx="226">
                  <c:v>0.14798850574712644</c:v>
                </c:pt>
                <c:pt idx="227">
                  <c:v>0.13649425287356323</c:v>
                </c:pt>
                <c:pt idx="228">
                  <c:v>0.15373563218390804</c:v>
                </c:pt>
                <c:pt idx="229">
                  <c:v>0.16666666666666666</c:v>
                </c:pt>
                <c:pt idx="230">
                  <c:v>0.15660919540229884</c:v>
                </c:pt>
                <c:pt idx="231">
                  <c:v>0.1206896551724138</c:v>
                </c:pt>
                <c:pt idx="232">
                  <c:v>0.14080459770114942</c:v>
                </c:pt>
                <c:pt idx="233">
                  <c:v>0.16522988505747127</c:v>
                </c:pt>
                <c:pt idx="234">
                  <c:v>0.13649425287356323</c:v>
                </c:pt>
                <c:pt idx="235">
                  <c:v>0.15229885057471265</c:v>
                </c:pt>
                <c:pt idx="236">
                  <c:v>0.16954022988505746</c:v>
                </c:pt>
                <c:pt idx="237">
                  <c:v>0.18247126436781611</c:v>
                </c:pt>
                <c:pt idx="238">
                  <c:v>0.14942528735632185</c:v>
                </c:pt>
                <c:pt idx="239">
                  <c:v>0.18821839080459771</c:v>
                </c:pt>
                <c:pt idx="240">
                  <c:v>8.4196891191709838E-2</c:v>
                </c:pt>
                <c:pt idx="241">
                  <c:v>8.937823834196891E-2</c:v>
                </c:pt>
                <c:pt idx="242">
                  <c:v>0.10816062176165803</c:v>
                </c:pt>
                <c:pt idx="243">
                  <c:v>0.11010362694300518</c:v>
                </c:pt>
                <c:pt idx="244">
                  <c:v>0.10686528497409327</c:v>
                </c:pt>
                <c:pt idx="245">
                  <c:v>9.6502590673575125E-2</c:v>
                </c:pt>
                <c:pt idx="246">
                  <c:v>9.7797927461139897E-2</c:v>
                </c:pt>
                <c:pt idx="247">
                  <c:v>0.11204663212435233</c:v>
                </c:pt>
                <c:pt idx="248">
                  <c:v>9.7150259067357511E-2</c:v>
                </c:pt>
                <c:pt idx="249">
                  <c:v>0.10492227979274611</c:v>
                </c:pt>
                <c:pt idx="250">
                  <c:v>0.1133419689119171</c:v>
                </c:pt>
                <c:pt idx="251">
                  <c:v>0.11398963730569948</c:v>
                </c:pt>
                <c:pt idx="252">
                  <c:v>0.11658031088082901</c:v>
                </c:pt>
                <c:pt idx="253">
                  <c:v>0.10880829015544041</c:v>
                </c:pt>
                <c:pt idx="254">
                  <c:v>0.11981865284974093</c:v>
                </c:pt>
                <c:pt idx="255">
                  <c:v>0.1172279792746114</c:v>
                </c:pt>
                <c:pt idx="256">
                  <c:v>0.11139896373056994</c:v>
                </c:pt>
                <c:pt idx="257">
                  <c:v>0.1211139896373057</c:v>
                </c:pt>
                <c:pt idx="258">
                  <c:v>0.14119170984455959</c:v>
                </c:pt>
                <c:pt idx="259">
                  <c:v>0.11917098445595854</c:v>
                </c:pt>
                <c:pt idx="260">
                  <c:v>0.12564766839378239</c:v>
                </c:pt>
                <c:pt idx="261">
                  <c:v>8.4844559585492224E-2</c:v>
                </c:pt>
                <c:pt idx="262">
                  <c:v>0.11398963730569948</c:v>
                </c:pt>
                <c:pt idx="263">
                  <c:v>8.8082901554404139E-2</c:v>
                </c:pt>
                <c:pt idx="264">
                  <c:v>9.9093264248704668E-2</c:v>
                </c:pt>
                <c:pt idx="265">
                  <c:v>0.10297927461139897</c:v>
                </c:pt>
                <c:pt idx="266">
                  <c:v>9.2616580310880825E-2</c:v>
                </c:pt>
                <c:pt idx="267">
                  <c:v>0.10103626943005181</c:v>
                </c:pt>
                <c:pt idx="268">
                  <c:v>9.7797927461139897E-2</c:v>
                </c:pt>
                <c:pt idx="269">
                  <c:v>9.585492227979274E-2</c:v>
                </c:pt>
                <c:pt idx="270">
                  <c:v>0.11917098445595854</c:v>
                </c:pt>
                <c:pt idx="271">
                  <c:v>0.19863680623174293</c:v>
                </c:pt>
                <c:pt idx="272">
                  <c:v>0.20934761441090555</c:v>
                </c:pt>
                <c:pt idx="273">
                  <c:v>0.19279454722492698</c:v>
                </c:pt>
                <c:pt idx="274">
                  <c:v>0.19376825705939629</c:v>
                </c:pt>
                <c:pt idx="275">
                  <c:v>0.1830574488802337</c:v>
                </c:pt>
                <c:pt idx="276">
                  <c:v>0.19182083739045763</c:v>
                </c:pt>
                <c:pt idx="277">
                  <c:v>0.186952288218111</c:v>
                </c:pt>
                <c:pt idx="278">
                  <c:v>0.19474196689386564</c:v>
                </c:pt>
                <c:pt idx="279">
                  <c:v>0.186952288218111</c:v>
                </c:pt>
                <c:pt idx="280">
                  <c:v>0.16747809152872445</c:v>
                </c:pt>
                <c:pt idx="281">
                  <c:v>0.15579357351509251</c:v>
                </c:pt>
                <c:pt idx="282">
                  <c:v>0.16358325219084713</c:v>
                </c:pt>
                <c:pt idx="283">
                  <c:v>0.1665043816942551</c:v>
                </c:pt>
                <c:pt idx="284">
                  <c:v>0.14995131450827653</c:v>
                </c:pt>
                <c:pt idx="285">
                  <c:v>0.14216163583252192</c:v>
                </c:pt>
                <c:pt idx="286">
                  <c:v>0.16163583252190847</c:v>
                </c:pt>
                <c:pt idx="287">
                  <c:v>0.13047711781888996</c:v>
                </c:pt>
                <c:pt idx="288">
                  <c:v>0.1450827653359299</c:v>
                </c:pt>
                <c:pt idx="289">
                  <c:v>0.12852969814995133</c:v>
                </c:pt>
                <c:pt idx="290">
                  <c:v>0.12755598831548198</c:v>
                </c:pt>
                <c:pt idx="291">
                  <c:v>0.10126582278481013</c:v>
                </c:pt>
                <c:pt idx="292">
                  <c:v>0.10223953261927946</c:v>
                </c:pt>
                <c:pt idx="293">
                  <c:v>0.10223953261927946</c:v>
                </c:pt>
                <c:pt idx="294">
                  <c:v>8.7633885102239531E-2</c:v>
                </c:pt>
                <c:pt idx="295">
                  <c:v>9.8344693281402148E-2</c:v>
                </c:pt>
                <c:pt idx="296">
                  <c:v>8.9581304771178191E-2</c:v>
                </c:pt>
                <c:pt idx="297">
                  <c:v>6.621226874391431E-2</c:v>
                </c:pt>
                <c:pt idx="298">
                  <c:v>7.3028237585199607E-2</c:v>
                </c:pt>
                <c:pt idx="299">
                  <c:v>7.108081791626096E-2</c:v>
                </c:pt>
                <c:pt idx="300">
                  <c:v>6.91333982473223E-2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1-6E01-4963-80B3-D0AA74A04C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53801744"/>
        <c:axId val="353803408"/>
      </c:lineChart>
      <c:dateAx>
        <c:axId val="35380174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1" i="0" u="none" strike="noStrike" kern="1200" cap="all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  <a:p>
                <a:pPr>
                  <a:defRPr/>
                </a:pPr>
                <a:r>
                  <a:rPr lang="ru-RU"/>
                  <a:t>Месяцы</a:t>
                </a:r>
              </a:p>
              <a:p>
                <a:pPr>
                  <a:defRPr/>
                </a:pPr>
                <a:endParaRPr lang="ru-RU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1" i="0" u="none" strike="noStrike" kern="1200" cap="all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lt1">
                <a:lumMod val="95000"/>
                <a:alpha val="1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53803408"/>
        <c:crosses val="autoZero"/>
        <c:auto val="1"/>
        <c:lblOffset val="100"/>
        <c:baseTimeUnit val="days"/>
      </c:dateAx>
      <c:valAx>
        <c:axId val="3538034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1" i="0" u="none" strike="noStrike" kern="1200" cap="all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Показатели </a:t>
                </a:r>
                <a:r>
                  <a:rPr lang="en-US"/>
                  <a:t>SF</a:t>
                </a:r>
              </a:p>
              <a:p>
                <a:pPr>
                  <a:defRPr/>
                </a:pPr>
                <a:endParaRPr lang="ru-RU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1" i="0" u="none" strike="noStrike" kern="1200" cap="all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538017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[задача 1 ТЗ-2.xlsx]Задача 1 ТЗ-2!Сводная таблица1</c:name>
    <c:fmtId val="1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cap="none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 sz="2800" dirty="0"/>
              <a:t>Динамика клиентских выплат </a:t>
            </a:r>
          </a:p>
          <a:p>
            <a:pPr>
              <a:defRPr/>
            </a:pPr>
            <a:r>
              <a:rPr lang="ru-RU" sz="2800" dirty="0"/>
              <a:t>по типам продукта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cap="none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ivotFmts>
      <c:pivotFmt>
        <c:idx val="0"/>
        <c:spPr>
          <a:noFill/>
          <a:ln w="9525" cap="flat" cmpd="sng" algn="ctr">
            <a:solidFill>
              <a:schemeClr val="accent1"/>
            </a:solidFill>
            <a:miter lim="800000"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noFill/>
          <a:ln w="9525" cap="flat" cmpd="sng" algn="ctr">
            <a:solidFill>
              <a:schemeClr val="accent1"/>
            </a:solidFill>
            <a:miter lim="800000"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noFill/>
          <a:ln w="9525" cap="flat" cmpd="sng" algn="ctr">
            <a:solidFill>
              <a:schemeClr val="accent1"/>
            </a:solidFill>
            <a:miter lim="800000"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noFill/>
          <a:ln w="9525" cap="flat" cmpd="sng" algn="ctr">
            <a:solidFill>
              <a:schemeClr val="accent1"/>
            </a:solidFill>
            <a:miter lim="800000"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noFill/>
          <a:ln w="9525" cap="flat" cmpd="sng" algn="ctr">
            <a:solidFill>
              <a:schemeClr val="accent1"/>
            </a:solidFill>
            <a:miter lim="800000"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noFill/>
          <a:ln w="9525" cap="flat" cmpd="sng" algn="ctr">
            <a:solidFill>
              <a:schemeClr val="accent1"/>
            </a:solidFill>
            <a:miter lim="800000"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noFill/>
          <a:ln w="9525" cap="flat" cmpd="sng" algn="ctr">
            <a:solidFill>
              <a:schemeClr val="accent1"/>
            </a:solidFill>
            <a:miter lim="800000"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noFill/>
          <a:ln w="9525" cap="flat" cmpd="sng" algn="ctr">
            <a:solidFill>
              <a:schemeClr val="accent1"/>
            </a:solidFill>
            <a:miter lim="800000"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noFill/>
          <a:ln w="9525" cap="flat" cmpd="sng" algn="ctr">
            <a:solidFill>
              <a:schemeClr val="accent1"/>
            </a:solidFill>
            <a:miter lim="800000"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noFill/>
          <a:ln w="9525" cap="flat" cmpd="sng" algn="ctr">
            <a:solidFill>
              <a:schemeClr val="accent1"/>
            </a:solidFill>
            <a:miter lim="800000"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noFill/>
          <a:ln w="9525" cap="flat" cmpd="sng" algn="ctr">
            <a:solidFill>
              <a:schemeClr val="accent1"/>
            </a:solidFill>
            <a:miter lim="800000"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noFill/>
          <a:ln w="9525" cap="flat" cmpd="sng" algn="ctr">
            <a:solidFill>
              <a:schemeClr val="accent1"/>
            </a:solidFill>
            <a:miter lim="800000"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noFill/>
          <a:ln w="9525" cap="flat" cmpd="sng" algn="ctr">
            <a:solidFill>
              <a:schemeClr val="accent1"/>
            </a:solidFill>
            <a:miter lim="800000"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noFill/>
          <a:ln w="9525" cap="flat" cmpd="sng" algn="ctr">
            <a:solidFill>
              <a:schemeClr val="accent1"/>
            </a:solidFill>
            <a:miter lim="800000"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noFill/>
          <a:ln w="9525" cap="flat" cmpd="sng" algn="ctr">
            <a:solidFill>
              <a:schemeClr val="accent1"/>
            </a:solidFill>
            <a:miter lim="800000"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'Задача 1 ТЗ-2'!$F$1:$F$2</c:f>
              <c:strCache>
                <c:ptCount val="1"/>
                <c:pt idx="0">
                  <c:v>Аммуниция</c:v>
                </c:pt>
              </c:strCache>
            </c:strRef>
          </c:tx>
          <c:spPr>
            <a:ln w="22225" cap="rnd">
              <a:solidFill>
                <a:schemeClr val="accent1"/>
              </a:solidFill>
            </a:ln>
            <a:effectLst>
              <a:glow rad="139700">
                <a:schemeClr val="accent1">
                  <a:satMod val="175000"/>
                  <a:alpha val="14000"/>
                </a:schemeClr>
              </a:glow>
            </a:effectLst>
          </c:spPr>
          <c:marker>
            <c:symbol val="none"/>
          </c:marker>
          <c:cat>
            <c:multiLvlStrRef>
              <c:f>'Задача 1 ТЗ-2'!$E$3:$E$15</c:f>
              <c:multiLvlStrCache>
                <c:ptCount val="10"/>
                <c:lvl>
                  <c:pt idx="0">
                    <c:v>июл</c:v>
                  </c:pt>
                  <c:pt idx="1">
                    <c:v>авг</c:v>
                  </c:pt>
                  <c:pt idx="2">
                    <c:v>сен</c:v>
                  </c:pt>
                  <c:pt idx="3">
                    <c:v>окт</c:v>
                  </c:pt>
                  <c:pt idx="4">
                    <c:v>ноя</c:v>
                  </c:pt>
                  <c:pt idx="5">
                    <c:v>дек</c:v>
                  </c:pt>
                  <c:pt idx="6">
                    <c:v>янв</c:v>
                  </c:pt>
                  <c:pt idx="7">
                    <c:v>фев</c:v>
                  </c:pt>
                  <c:pt idx="8">
                    <c:v>мар</c:v>
                  </c:pt>
                  <c:pt idx="9">
                    <c:v>апр</c:v>
                  </c:pt>
                </c:lvl>
                <c:lvl>
                  <c:pt idx="0">
                    <c:v>2022</c:v>
                  </c:pt>
                  <c:pt idx="6">
                    <c:v>2023</c:v>
                  </c:pt>
                </c:lvl>
              </c:multiLvlStrCache>
            </c:multiLvlStrRef>
          </c:cat>
          <c:val>
            <c:numRef>
              <c:f>'Задача 1 ТЗ-2'!$F$3:$F$15</c:f>
              <c:numCache>
                <c:formatCode>General</c:formatCode>
                <c:ptCount val="10"/>
                <c:pt idx="0">
                  <c:v>11500</c:v>
                </c:pt>
                <c:pt idx="1">
                  <c:v>14750</c:v>
                </c:pt>
                <c:pt idx="2">
                  <c:v>18500</c:v>
                </c:pt>
                <c:pt idx="3">
                  <c:v>16250</c:v>
                </c:pt>
                <c:pt idx="4">
                  <c:v>22250</c:v>
                </c:pt>
                <c:pt idx="5">
                  <c:v>11250</c:v>
                </c:pt>
                <c:pt idx="6">
                  <c:v>31000</c:v>
                </c:pt>
                <c:pt idx="7">
                  <c:v>32500</c:v>
                </c:pt>
                <c:pt idx="8">
                  <c:v>49000</c:v>
                </c:pt>
                <c:pt idx="9">
                  <c:v>16750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424-4E3A-B49A-FADFB3868DF2}"/>
            </c:ext>
          </c:extLst>
        </c:ser>
        <c:ser>
          <c:idx val="1"/>
          <c:order val="1"/>
          <c:tx>
            <c:strRef>
              <c:f>'Задача 1 ТЗ-2'!$G$1:$G$2</c:f>
              <c:strCache>
                <c:ptCount val="1"/>
                <c:pt idx="0">
                  <c:v>Валюта</c:v>
                </c:pt>
              </c:strCache>
            </c:strRef>
          </c:tx>
          <c:spPr>
            <a:ln w="22225" cap="rnd">
              <a:solidFill>
                <a:schemeClr val="accent2"/>
              </a:solidFill>
            </a:ln>
            <a:effectLst>
              <a:glow rad="139700">
                <a:schemeClr val="accent2">
                  <a:satMod val="175000"/>
                  <a:alpha val="14000"/>
                </a:schemeClr>
              </a:glow>
            </a:effectLst>
          </c:spPr>
          <c:marker>
            <c:symbol val="none"/>
          </c:marker>
          <c:cat>
            <c:multiLvlStrRef>
              <c:f>'Задача 1 ТЗ-2'!$E$3:$E$15</c:f>
              <c:multiLvlStrCache>
                <c:ptCount val="10"/>
                <c:lvl>
                  <c:pt idx="0">
                    <c:v>июл</c:v>
                  </c:pt>
                  <c:pt idx="1">
                    <c:v>авг</c:v>
                  </c:pt>
                  <c:pt idx="2">
                    <c:v>сен</c:v>
                  </c:pt>
                  <c:pt idx="3">
                    <c:v>окт</c:v>
                  </c:pt>
                  <c:pt idx="4">
                    <c:v>ноя</c:v>
                  </c:pt>
                  <c:pt idx="5">
                    <c:v>дек</c:v>
                  </c:pt>
                  <c:pt idx="6">
                    <c:v>янв</c:v>
                  </c:pt>
                  <c:pt idx="7">
                    <c:v>фев</c:v>
                  </c:pt>
                  <c:pt idx="8">
                    <c:v>мар</c:v>
                  </c:pt>
                  <c:pt idx="9">
                    <c:v>апр</c:v>
                  </c:pt>
                </c:lvl>
                <c:lvl>
                  <c:pt idx="0">
                    <c:v>2022</c:v>
                  </c:pt>
                  <c:pt idx="6">
                    <c:v>2023</c:v>
                  </c:pt>
                </c:lvl>
              </c:multiLvlStrCache>
            </c:multiLvlStrRef>
          </c:cat>
          <c:val>
            <c:numRef>
              <c:f>'Задача 1 ТЗ-2'!$G$3:$G$15</c:f>
              <c:numCache>
                <c:formatCode>General</c:formatCode>
                <c:ptCount val="10"/>
                <c:pt idx="0">
                  <c:v>12930</c:v>
                </c:pt>
                <c:pt idx="1">
                  <c:v>39170</c:v>
                </c:pt>
                <c:pt idx="2">
                  <c:v>25580</c:v>
                </c:pt>
                <c:pt idx="3">
                  <c:v>31280</c:v>
                </c:pt>
                <c:pt idx="4">
                  <c:v>24580</c:v>
                </c:pt>
                <c:pt idx="5">
                  <c:v>26730</c:v>
                </c:pt>
                <c:pt idx="6">
                  <c:v>49300</c:v>
                </c:pt>
                <c:pt idx="7">
                  <c:v>45180</c:v>
                </c:pt>
                <c:pt idx="8">
                  <c:v>106440</c:v>
                </c:pt>
                <c:pt idx="9">
                  <c:v>39800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424-4E3A-B49A-FADFB3868DF2}"/>
            </c:ext>
          </c:extLst>
        </c:ser>
        <c:ser>
          <c:idx val="2"/>
          <c:order val="2"/>
          <c:tx>
            <c:strRef>
              <c:f>'Задача 1 ТЗ-2'!$H$1:$H$2</c:f>
              <c:strCache>
                <c:ptCount val="1"/>
                <c:pt idx="0">
                  <c:v>Материалы</c:v>
                </c:pt>
              </c:strCache>
            </c:strRef>
          </c:tx>
          <c:spPr>
            <a:ln w="22225" cap="rnd">
              <a:solidFill>
                <a:schemeClr val="accent3"/>
              </a:solidFill>
            </a:ln>
            <a:effectLst>
              <a:glow rad="139700">
                <a:schemeClr val="accent3">
                  <a:satMod val="175000"/>
                  <a:alpha val="14000"/>
                </a:schemeClr>
              </a:glow>
            </a:effectLst>
          </c:spPr>
          <c:marker>
            <c:symbol val="none"/>
          </c:marker>
          <c:cat>
            <c:multiLvlStrRef>
              <c:f>'Задача 1 ТЗ-2'!$E$3:$E$15</c:f>
              <c:multiLvlStrCache>
                <c:ptCount val="10"/>
                <c:lvl>
                  <c:pt idx="0">
                    <c:v>июл</c:v>
                  </c:pt>
                  <c:pt idx="1">
                    <c:v>авг</c:v>
                  </c:pt>
                  <c:pt idx="2">
                    <c:v>сен</c:v>
                  </c:pt>
                  <c:pt idx="3">
                    <c:v>окт</c:v>
                  </c:pt>
                  <c:pt idx="4">
                    <c:v>ноя</c:v>
                  </c:pt>
                  <c:pt idx="5">
                    <c:v>дек</c:v>
                  </c:pt>
                  <c:pt idx="6">
                    <c:v>янв</c:v>
                  </c:pt>
                  <c:pt idx="7">
                    <c:v>фев</c:v>
                  </c:pt>
                  <c:pt idx="8">
                    <c:v>мар</c:v>
                  </c:pt>
                  <c:pt idx="9">
                    <c:v>апр</c:v>
                  </c:pt>
                </c:lvl>
                <c:lvl>
                  <c:pt idx="0">
                    <c:v>2022</c:v>
                  </c:pt>
                  <c:pt idx="6">
                    <c:v>2023</c:v>
                  </c:pt>
                </c:lvl>
              </c:multiLvlStrCache>
            </c:multiLvlStrRef>
          </c:cat>
          <c:val>
            <c:numRef>
              <c:f>'Задача 1 ТЗ-2'!$H$3:$H$15</c:f>
              <c:numCache>
                <c:formatCode>General</c:formatCode>
                <c:ptCount val="10"/>
                <c:pt idx="0">
                  <c:v>14700</c:v>
                </c:pt>
                <c:pt idx="1">
                  <c:v>11900</c:v>
                </c:pt>
                <c:pt idx="2">
                  <c:v>21800</c:v>
                </c:pt>
                <c:pt idx="3">
                  <c:v>18800</c:v>
                </c:pt>
                <c:pt idx="4">
                  <c:v>20400</c:v>
                </c:pt>
                <c:pt idx="5">
                  <c:v>18800</c:v>
                </c:pt>
                <c:pt idx="6">
                  <c:v>27000</c:v>
                </c:pt>
                <c:pt idx="7">
                  <c:v>30200</c:v>
                </c:pt>
                <c:pt idx="8">
                  <c:v>46500</c:v>
                </c:pt>
                <c:pt idx="9">
                  <c:v>26500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424-4E3A-B49A-FADFB3868DF2}"/>
            </c:ext>
          </c:extLst>
        </c:ser>
        <c:ser>
          <c:idx val="3"/>
          <c:order val="3"/>
          <c:tx>
            <c:strRef>
              <c:f>'Задача 1 ТЗ-2'!$I$1:$I$2</c:f>
              <c:strCache>
                <c:ptCount val="1"/>
                <c:pt idx="0">
                  <c:v>Транспорт</c:v>
                </c:pt>
              </c:strCache>
            </c:strRef>
          </c:tx>
          <c:spPr>
            <a:ln w="22225" cap="rnd">
              <a:solidFill>
                <a:schemeClr val="accent4"/>
              </a:solidFill>
            </a:ln>
            <a:effectLst>
              <a:glow rad="139700">
                <a:schemeClr val="accent4">
                  <a:satMod val="175000"/>
                  <a:alpha val="14000"/>
                </a:schemeClr>
              </a:glow>
            </a:effectLst>
          </c:spPr>
          <c:marker>
            <c:symbol val="none"/>
          </c:marker>
          <c:cat>
            <c:multiLvlStrRef>
              <c:f>'Задача 1 ТЗ-2'!$E$3:$E$15</c:f>
              <c:multiLvlStrCache>
                <c:ptCount val="10"/>
                <c:lvl>
                  <c:pt idx="0">
                    <c:v>июл</c:v>
                  </c:pt>
                  <c:pt idx="1">
                    <c:v>авг</c:v>
                  </c:pt>
                  <c:pt idx="2">
                    <c:v>сен</c:v>
                  </c:pt>
                  <c:pt idx="3">
                    <c:v>окт</c:v>
                  </c:pt>
                  <c:pt idx="4">
                    <c:v>ноя</c:v>
                  </c:pt>
                  <c:pt idx="5">
                    <c:v>дек</c:v>
                  </c:pt>
                  <c:pt idx="6">
                    <c:v>янв</c:v>
                  </c:pt>
                  <c:pt idx="7">
                    <c:v>фев</c:v>
                  </c:pt>
                  <c:pt idx="8">
                    <c:v>мар</c:v>
                  </c:pt>
                  <c:pt idx="9">
                    <c:v>апр</c:v>
                  </c:pt>
                </c:lvl>
                <c:lvl>
                  <c:pt idx="0">
                    <c:v>2022</c:v>
                  </c:pt>
                  <c:pt idx="6">
                    <c:v>2023</c:v>
                  </c:pt>
                </c:lvl>
              </c:multiLvlStrCache>
            </c:multiLvlStrRef>
          </c:cat>
          <c:val>
            <c:numRef>
              <c:f>'Задача 1 ТЗ-2'!$I$3:$I$15</c:f>
              <c:numCache>
                <c:formatCode>General</c:formatCode>
                <c:ptCount val="10"/>
                <c:pt idx="0">
                  <c:v>9485</c:v>
                </c:pt>
                <c:pt idx="1">
                  <c:v>11681</c:v>
                </c:pt>
                <c:pt idx="2">
                  <c:v>5291</c:v>
                </c:pt>
                <c:pt idx="3">
                  <c:v>9584</c:v>
                </c:pt>
                <c:pt idx="4">
                  <c:v>10782</c:v>
                </c:pt>
                <c:pt idx="5">
                  <c:v>5691</c:v>
                </c:pt>
                <c:pt idx="6">
                  <c:v>15374</c:v>
                </c:pt>
                <c:pt idx="7">
                  <c:v>15374</c:v>
                </c:pt>
                <c:pt idx="8">
                  <c:v>13578</c:v>
                </c:pt>
                <c:pt idx="9">
                  <c:v>10281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4424-4E3A-B49A-FADFB3868DF2}"/>
            </c:ext>
          </c:extLst>
        </c:ser>
        <c:ser>
          <c:idx val="4"/>
          <c:order val="4"/>
          <c:tx>
            <c:strRef>
              <c:f>'Задача 1 ТЗ-2'!$J$1:$J$2</c:f>
              <c:strCache>
                <c:ptCount val="1"/>
                <c:pt idx="0">
                  <c:v>Оружие</c:v>
                </c:pt>
              </c:strCache>
            </c:strRef>
          </c:tx>
          <c:spPr>
            <a:ln w="22225" cap="rnd">
              <a:solidFill>
                <a:schemeClr val="accent5"/>
              </a:solidFill>
            </a:ln>
            <a:effectLst>
              <a:glow rad="139700">
                <a:schemeClr val="accent5">
                  <a:satMod val="175000"/>
                  <a:alpha val="14000"/>
                </a:schemeClr>
              </a:glow>
            </a:effectLst>
          </c:spPr>
          <c:marker>
            <c:symbol val="none"/>
          </c:marker>
          <c:cat>
            <c:multiLvlStrRef>
              <c:f>'Задача 1 ТЗ-2'!$E$3:$E$15</c:f>
              <c:multiLvlStrCache>
                <c:ptCount val="10"/>
                <c:lvl>
                  <c:pt idx="0">
                    <c:v>июл</c:v>
                  </c:pt>
                  <c:pt idx="1">
                    <c:v>авг</c:v>
                  </c:pt>
                  <c:pt idx="2">
                    <c:v>сен</c:v>
                  </c:pt>
                  <c:pt idx="3">
                    <c:v>окт</c:v>
                  </c:pt>
                  <c:pt idx="4">
                    <c:v>ноя</c:v>
                  </c:pt>
                  <c:pt idx="5">
                    <c:v>дек</c:v>
                  </c:pt>
                  <c:pt idx="6">
                    <c:v>янв</c:v>
                  </c:pt>
                  <c:pt idx="7">
                    <c:v>фев</c:v>
                  </c:pt>
                  <c:pt idx="8">
                    <c:v>мар</c:v>
                  </c:pt>
                  <c:pt idx="9">
                    <c:v>апр</c:v>
                  </c:pt>
                </c:lvl>
                <c:lvl>
                  <c:pt idx="0">
                    <c:v>2022</c:v>
                  </c:pt>
                  <c:pt idx="6">
                    <c:v>2023</c:v>
                  </c:pt>
                </c:lvl>
              </c:multiLvlStrCache>
            </c:multiLvlStrRef>
          </c:cat>
          <c:val>
            <c:numRef>
              <c:f>'Задача 1 ТЗ-2'!$J$3:$J$15</c:f>
              <c:numCache>
                <c:formatCode>General</c:formatCode>
                <c:ptCount val="10"/>
                <c:pt idx="0">
                  <c:v>798</c:v>
                </c:pt>
                <c:pt idx="1">
                  <c:v>1270</c:v>
                </c:pt>
                <c:pt idx="2">
                  <c:v>2039</c:v>
                </c:pt>
                <c:pt idx="3">
                  <c:v>599</c:v>
                </c:pt>
                <c:pt idx="4">
                  <c:v>1807</c:v>
                </c:pt>
                <c:pt idx="5">
                  <c:v>609</c:v>
                </c:pt>
                <c:pt idx="6">
                  <c:v>4064</c:v>
                </c:pt>
                <c:pt idx="7">
                  <c:v>1258</c:v>
                </c:pt>
                <c:pt idx="8">
                  <c:v>3670</c:v>
                </c:pt>
                <c:pt idx="9">
                  <c:v>1669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4424-4E3A-B49A-FADFB3868D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02616512"/>
        <c:axId val="1002617760"/>
      </c:lineChart>
      <c:catAx>
        <c:axId val="1002616512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Месяцы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1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002617760"/>
        <c:crosses val="autoZero"/>
        <c:auto val="1"/>
        <c:lblAlgn val="ctr"/>
        <c:lblOffset val="100"/>
        <c:noMultiLvlLbl val="0"/>
      </c:catAx>
      <c:valAx>
        <c:axId val="1002617760"/>
        <c:scaling>
          <c:orientation val="minMax"/>
        </c:scaling>
        <c:delete val="0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Сумма клиентских выплат</a:t>
                </a:r>
                <a:endParaRPr lang="en-US"/>
              </a:p>
              <a:p>
                <a:pPr>
                  <a:defRPr/>
                </a:pPr>
                <a:endParaRPr lang="ru-RU"/>
              </a:p>
            </c:rich>
          </c:tx>
          <c:layout>
            <c:manualLayout>
              <c:xMode val="edge"/>
              <c:yMode val="edge"/>
              <c:x val="1.2410416920860409E-2"/>
              <c:y val="0.3555249323173140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1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0026165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7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dk1">
        <a:lumMod val="75000"/>
        <a:lumOff val="25000"/>
      </a:schemeClr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ru-RU" sz="2800" dirty="0"/>
              <a:t>Динамика среднего количества </a:t>
            </a:r>
          </a:p>
          <a:p>
            <a:pPr>
              <a:defRPr/>
            </a:pPr>
            <a:r>
              <a:rPr lang="ru-RU" sz="2800" dirty="0"/>
              <a:t>приобретаемых кристаллов </a:t>
            </a:r>
          </a:p>
          <a:p>
            <a:pPr>
              <a:defRPr/>
            </a:pPr>
            <a:r>
              <a:rPr lang="ru-RU" sz="2800" dirty="0"/>
              <a:t>на 1 покупку</a:t>
            </a:r>
          </a:p>
        </c:rich>
      </c:tx>
      <c:layout>
        <c:manualLayout>
          <c:xMode val="edge"/>
          <c:yMode val="edge"/>
          <c:x val="0.16254112834417814"/>
          <c:y val="3.750682210701316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'Задача 2 ТЗ-2'!$B$1</c:f>
              <c:strCache>
                <c:ptCount val="1"/>
                <c:pt idx="0">
                  <c:v>Среднее кол-во</c:v>
                </c:pt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>
              <a:outerShdw blurRad="50800" dist="38100" dir="5400000" rotWithShape="0">
                <a:srgbClr val="000000">
                  <a:alpha val="46000"/>
                </a:srgbClr>
              </a:outerShdw>
            </a:effectLst>
          </c:spPr>
          <c:marker>
            <c:symbol val="none"/>
          </c:marker>
          <c:cat>
            <c:numRef>
              <c:f>'Задача 2 ТЗ-2'!$A$2:$A$11</c:f>
              <c:numCache>
                <c:formatCode>m/d/yyyy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'Задача 2 ТЗ-2'!$B$2:$B$11</c:f>
              <c:numCache>
                <c:formatCode>General</c:formatCode>
                <c:ptCount val="10"/>
                <c:pt idx="0">
                  <c:v>29</c:v>
                </c:pt>
                <c:pt idx="1">
                  <c:v>31.56</c:v>
                </c:pt>
                <c:pt idx="2">
                  <c:v>32.17</c:v>
                </c:pt>
                <c:pt idx="3">
                  <c:v>28</c:v>
                </c:pt>
                <c:pt idx="4">
                  <c:v>29.6</c:v>
                </c:pt>
                <c:pt idx="5">
                  <c:v>30</c:v>
                </c:pt>
                <c:pt idx="6">
                  <c:v>19.12</c:v>
                </c:pt>
                <c:pt idx="7">
                  <c:v>17.350000000000001</c:v>
                </c:pt>
                <c:pt idx="8">
                  <c:v>22.05</c:v>
                </c:pt>
                <c:pt idx="9">
                  <c:v>23.08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2E0-41C1-83B8-6A419E66C1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02624416"/>
        <c:axId val="1002624832"/>
      </c:lineChart>
      <c:lineChart>
        <c:grouping val="standard"/>
        <c:varyColors val="0"/>
        <c:ser>
          <c:idx val="1"/>
          <c:order val="1"/>
          <c:tx>
            <c:strRef>
              <c:f>'Задача 2 ТЗ-2'!$C$1</c:f>
              <c:strCache>
                <c:ptCount val="1"/>
                <c:pt idx="0">
                  <c:v>Выручка</c:v>
                </c:pt>
              </c:strCache>
            </c:strRef>
          </c:tx>
          <c:spPr>
            <a:ln w="34925" cap="rnd">
              <a:solidFill>
                <a:schemeClr val="accent2"/>
              </a:solidFill>
              <a:round/>
            </a:ln>
            <a:effectLst>
              <a:outerShdw blurRad="50800" dist="38100" dir="5400000" rotWithShape="0">
                <a:srgbClr val="000000">
                  <a:alpha val="46000"/>
                </a:srgbClr>
              </a:outerShdw>
            </a:effectLst>
          </c:spPr>
          <c:marker>
            <c:symbol val="none"/>
          </c:marker>
          <c:cat>
            <c:numRef>
              <c:f>'Задача 2 ТЗ-2'!$A$2:$A$11</c:f>
              <c:numCache>
                <c:formatCode>m/d/yyyy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'Задача 2 ТЗ-2'!$C$2:$C$11</c:f>
              <c:numCache>
                <c:formatCode>#,##0</c:formatCode>
                <c:ptCount val="10"/>
                <c:pt idx="0">
                  <c:v>4930</c:v>
                </c:pt>
                <c:pt idx="1">
                  <c:v>17170</c:v>
                </c:pt>
                <c:pt idx="2">
                  <c:v>12580</c:v>
                </c:pt>
                <c:pt idx="3">
                  <c:v>14280</c:v>
                </c:pt>
                <c:pt idx="4">
                  <c:v>12580</c:v>
                </c:pt>
                <c:pt idx="5">
                  <c:v>11730</c:v>
                </c:pt>
                <c:pt idx="6">
                  <c:v>14300</c:v>
                </c:pt>
                <c:pt idx="7">
                  <c:v>12980</c:v>
                </c:pt>
                <c:pt idx="8">
                  <c:v>37840</c:v>
                </c:pt>
                <c:pt idx="9">
                  <c:v>13200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2E0-41C1-83B8-6A419E66C1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65925808"/>
        <c:axId val="1165929968"/>
      </c:lineChart>
      <c:dateAx>
        <c:axId val="1002624416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002624832"/>
        <c:crosses val="autoZero"/>
        <c:auto val="1"/>
        <c:lblOffset val="100"/>
        <c:baseTimeUnit val="months"/>
      </c:dateAx>
      <c:valAx>
        <c:axId val="10026248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002624416"/>
        <c:crosses val="autoZero"/>
        <c:crossBetween val="between"/>
      </c:valAx>
      <c:valAx>
        <c:axId val="1165929968"/>
        <c:scaling>
          <c:orientation val="minMax"/>
        </c:scaling>
        <c:delete val="0"/>
        <c:axPos val="r"/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65925808"/>
        <c:crosses val="max"/>
        <c:crossBetween val="between"/>
      </c:valAx>
      <c:dateAx>
        <c:axId val="1165925808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1165929968"/>
        <c:crosses val="autoZero"/>
        <c:auto val="1"/>
        <c:lblOffset val="100"/>
        <c:baseTimeUnit val="months"/>
      </c:date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zero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ru-RU" sz="2800" dirty="0"/>
              <a:t>Динамика средних платежей </a:t>
            </a:r>
          </a:p>
          <a:p>
            <a:pPr>
              <a:defRPr/>
            </a:pPr>
            <a:r>
              <a:rPr lang="ru-RU" sz="2800" dirty="0"/>
              <a:t>по когортам</a:t>
            </a:r>
          </a:p>
        </c:rich>
      </c:tx>
      <c:layout>
        <c:manualLayout>
          <c:xMode val="edge"/>
          <c:yMode val="edge"/>
          <c:x val="0.21751059493581931"/>
          <c:y val="4.725554343874954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2"/>
          <c:order val="2"/>
          <c:tx>
            <c:strRef>
              <c:f>'Задача 3 ТЗ-2'!$D$1</c:f>
              <c:strCache>
                <c:ptCount val="1"/>
                <c:pt idx="0">
                  <c:v>Средняя выручка за весь период </c:v>
                </c:pt>
              </c:strCache>
            </c:strRef>
          </c:tx>
          <c:spPr>
            <a:ln w="34925" cap="rnd">
              <a:solidFill>
                <a:schemeClr val="accent3"/>
              </a:solidFill>
              <a:round/>
            </a:ln>
            <a:effectLst>
              <a:outerShdw blurRad="50800" dist="38100" dir="5400000" rotWithShape="0">
                <a:srgbClr val="000000">
                  <a:alpha val="46000"/>
                </a:srgbClr>
              </a:outerShdw>
            </a:effectLst>
          </c:spPr>
          <c:marker>
            <c:symbol val="none"/>
          </c:marker>
          <c:cat>
            <c:numRef>
              <c:f>'Задача 3 ТЗ-2'!$A$2:$A$10</c:f>
              <c:numCache>
                <c:formatCode>m/d/yyyy</c:formatCode>
                <c:ptCount val="9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</c:numCache>
            </c:numRef>
          </c:cat>
          <c:val>
            <c:numRef>
              <c:f>'Задача 3 ТЗ-2'!$D$2:$D$10</c:f>
              <c:numCache>
                <c:formatCode>#\ ##0.##</c:formatCode>
                <c:ptCount val="9"/>
                <c:pt idx="0">
                  <c:v>1185.4647887323943</c:v>
                </c:pt>
                <c:pt idx="1">
                  <c:v>855.34210526315792</c:v>
                </c:pt>
                <c:pt idx="2">
                  <c:v>1052.5853658536585</c:v>
                </c:pt>
                <c:pt idx="3">
                  <c:v>929.24137931034488</c:v>
                </c:pt>
                <c:pt idx="4">
                  <c:v>1048.2987012987012</c:v>
                </c:pt>
                <c:pt idx="5">
                  <c:v>992.25301204819277</c:v>
                </c:pt>
                <c:pt idx="6">
                  <c:v>1021.2598425196851</c:v>
                </c:pt>
                <c:pt idx="7">
                  <c:v>1155.2177419354839</c:v>
                </c:pt>
                <c:pt idx="8">
                  <c:v>1087.4320388349515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97E-4CCF-800C-753314F931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65887536"/>
        <c:axId val="1165882960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'Задача 3 ТЗ-2'!$B$1</c15:sqref>
                        </c15:formulaRef>
                      </c:ext>
                    </c:extLst>
                    <c:strCache>
                      <c:ptCount val="1"/>
                      <c:pt idx="0">
                        <c:v>revenue</c:v>
                      </c:pt>
                    </c:strCache>
                  </c:strRef>
                </c:tx>
                <c:spPr>
                  <a:ln w="34925" cap="rnd">
                    <a:solidFill>
                      <a:schemeClr val="accent1"/>
                    </a:solidFill>
                    <a:round/>
                  </a:ln>
                  <a:effectLst>
                    <a:outerShdw blurRad="50800" dist="38100" dir="5400000" rotWithShape="0">
                      <a:srgbClr val="000000">
                        <a:alpha val="46000"/>
                      </a:srgbClr>
                    </a:outerShdw>
                  </a:effectLst>
                </c:spPr>
                <c:marker>
                  <c:symbol val="none"/>
                </c:marker>
                <c:cat>
                  <c:numRef>
                    <c:extLst>
                      <c:ext uri="{02D57815-91ED-43cb-92C2-25804820EDAC}">
                        <c15:formulaRef>
                          <c15:sqref>'Задача 3 ТЗ-2'!$A$2:$A$10</c15:sqref>
                        </c15:formulaRef>
                      </c:ext>
                    </c:extLst>
                    <c:numCache>
                      <c:formatCode>m/d/yyyy</c:formatCode>
                      <c:ptCount val="9"/>
                      <c:pt idx="0">
                        <c:v>44743</c:v>
                      </c:pt>
                      <c:pt idx="1">
                        <c:v>44774</c:v>
                      </c:pt>
                      <c:pt idx="2">
                        <c:v>44805</c:v>
                      </c:pt>
                      <c:pt idx="3">
                        <c:v>44835</c:v>
                      </c:pt>
                      <c:pt idx="4">
                        <c:v>44866</c:v>
                      </c:pt>
                      <c:pt idx="5">
                        <c:v>44896</c:v>
                      </c:pt>
                      <c:pt idx="6">
                        <c:v>44927</c:v>
                      </c:pt>
                      <c:pt idx="7">
                        <c:v>44958</c:v>
                      </c:pt>
                      <c:pt idx="8">
                        <c:v>44986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'Задача 3 ТЗ-2'!$B$2:$B$10</c15:sqref>
                        </c15:formulaRef>
                      </c:ext>
                    </c:extLst>
                    <c:numCache>
                      <c:formatCode>#,##0</c:formatCode>
                      <c:ptCount val="9"/>
                      <c:pt idx="0">
                        <c:v>84168</c:v>
                      </c:pt>
                      <c:pt idx="1">
                        <c:v>65006</c:v>
                      </c:pt>
                      <c:pt idx="2">
                        <c:v>86312</c:v>
                      </c:pt>
                      <c:pt idx="3">
                        <c:v>80844</c:v>
                      </c:pt>
                      <c:pt idx="4">
                        <c:v>80719</c:v>
                      </c:pt>
                      <c:pt idx="5">
                        <c:v>82357</c:v>
                      </c:pt>
                      <c:pt idx="6">
                        <c:v>129700</c:v>
                      </c:pt>
                      <c:pt idx="7">
                        <c:v>143247</c:v>
                      </c:pt>
                      <c:pt idx="8">
                        <c:v>224011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2-397E-4CCF-800C-753314F93195}"/>
                  </c:ext>
                </c:extLst>
              </c15:ser>
            </c15:filteredLineSeries>
            <c15:filteredLine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'Задача 3 ТЗ-2'!$C$1</c15:sqref>
                        </c15:formulaRef>
                      </c:ext>
                    </c:extLst>
                    <c:strCache>
                      <c:ptCount val="1"/>
                      <c:pt idx="0">
                        <c:v>cnt</c:v>
                      </c:pt>
                    </c:strCache>
                  </c:strRef>
                </c:tx>
                <c:spPr>
                  <a:ln w="34925" cap="rnd">
                    <a:solidFill>
                      <a:schemeClr val="accent2"/>
                    </a:solidFill>
                    <a:round/>
                  </a:ln>
                  <a:effectLst>
                    <a:outerShdw blurRad="50800" dist="38100" dir="5400000" rotWithShape="0">
                      <a:srgbClr val="000000">
                        <a:alpha val="46000"/>
                      </a:srgbClr>
                    </a:outerShdw>
                  </a:effectLst>
                </c:spPr>
                <c:marker>
                  <c:symbol val="none"/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'Задача 3 ТЗ-2'!$A$2:$A$10</c15:sqref>
                        </c15:formulaRef>
                      </c:ext>
                    </c:extLst>
                    <c:numCache>
                      <c:formatCode>m/d/yyyy</c:formatCode>
                      <c:ptCount val="9"/>
                      <c:pt idx="0">
                        <c:v>44743</c:v>
                      </c:pt>
                      <c:pt idx="1">
                        <c:v>44774</c:v>
                      </c:pt>
                      <c:pt idx="2">
                        <c:v>44805</c:v>
                      </c:pt>
                      <c:pt idx="3">
                        <c:v>44835</c:v>
                      </c:pt>
                      <c:pt idx="4">
                        <c:v>44866</c:v>
                      </c:pt>
                      <c:pt idx="5">
                        <c:v>44896</c:v>
                      </c:pt>
                      <c:pt idx="6">
                        <c:v>44927</c:v>
                      </c:pt>
                      <c:pt idx="7">
                        <c:v>44958</c:v>
                      </c:pt>
                      <c:pt idx="8">
                        <c:v>44986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'Задача 3 ТЗ-2'!$C$2:$C$10</c15:sqref>
                        </c15:formulaRef>
                      </c:ext>
                    </c:extLst>
                    <c:numCache>
                      <c:formatCode>#,##0</c:formatCode>
                      <c:ptCount val="9"/>
                      <c:pt idx="0">
                        <c:v>71</c:v>
                      </c:pt>
                      <c:pt idx="1">
                        <c:v>76</c:v>
                      </c:pt>
                      <c:pt idx="2">
                        <c:v>82</c:v>
                      </c:pt>
                      <c:pt idx="3">
                        <c:v>87</c:v>
                      </c:pt>
                      <c:pt idx="4">
                        <c:v>77</c:v>
                      </c:pt>
                      <c:pt idx="5">
                        <c:v>83</c:v>
                      </c:pt>
                      <c:pt idx="6">
                        <c:v>127</c:v>
                      </c:pt>
                      <c:pt idx="7">
                        <c:v>124</c:v>
                      </c:pt>
                      <c:pt idx="8">
                        <c:v>206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397E-4CCF-800C-753314F93195}"/>
                  </c:ext>
                </c:extLst>
              </c15:ser>
            </c15:filteredLineSeries>
            <c15:filteredLine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'Задача 3 ТЗ-2'!$E$1</c15:sqref>
                        </c15:formulaRef>
                      </c:ext>
                    </c:extLst>
                    <c:strCache>
                      <c:ptCount val="1"/>
                      <c:pt idx="0">
                        <c:v>interv</c:v>
                      </c:pt>
                    </c:strCache>
                  </c:strRef>
                </c:tx>
                <c:spPr>
                  <a:ln w="34925" cap="rnd">
                    <a:solidFill>
                      <a:schemeClr val="accent4"/>
                    </a:solidFill>
                    <a:round/>
                  </a:ln>
                  <a:effectLst>
                    <a:outerShdw blurRad="50800" dist="38100" dir="5400000" rotWithShape="0">
                      <a:srgbClr val="000000">
                        <a:alpha val="46000"/>
                      </a:srgbClr>
                    </a:outerShdw>
                  </a:effectLst>
                </c:spPr>
                <c:marker>
                  <c:symbol val="none"/>
                </c:marker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'Задача 3 ТЗ-2'!$A$2:$A$10</c15:sqref>
                        </c15:formulaRef>
                      </c:ext>
                    </c:extLst>
                    <c:numCache>
                      <c:formatCode>m/d/yyyy</c:formatCode>
                      <c:ptCount val="9"/>
                      <c:pt idx="0">
                        <c:v>44743</c:v>
                      </c:pt>
                      <c:pt idx="1">
                        <c:v>44774</c:v>
                      </c:pt>
                      <c:pt idx="2">
                        <c:v>44805</c:v>
                      </c:pt>
                      <c:pt idx="3">
                        <c:v>44835</c:v>
                      </c:pt>
                      <c:pt idx="4">
                        <c:v>44866</c:v>
                      </c:pt>
                      <c:pt idx="5">
                        <c:v>44896</c:v>
                      </c:pt>
                      <c:pt idx="6">
                        <c:v>44927</c:v>
                      </c:pt>
                      <c:pt idx="7">
                        <c:v>44958</c:v>
                      </c:pt>
                      <c:pt idx="8">
                        <c:v>44986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'Задача 3 ТЗ-2'!$E$2:$E$10</c15:sqref>
                        </c15:formulaRef>
                      </c:ext>
                    </c:extLst>
                    <c:numCache>
                      <c:formatCode>#,##0</c:formatCode>
                      <c:ptCount val="9"/>
                      <c:pt idx="0" formatCode="#\ ##0.##">
                        <c:v>10.033333333333333</c:v>
                      </c:pt>
                      <c:pt idx="1">
                        <c:v>9</c:v>
                      </c:pt>
                      <c:pt idx="2" formatCode="#\ ##0.##">
                        <c:v>7.9666666666666668</c:v>
                      </c:pt>
                      <c:pt idx="3" formatCode="#\ ##0.##">
                        <c:v>6.9666666666666668</c:v>
                      </c:pt>
                      <c:pt idx="4" formatCode="#\ ##0.##">
                        <c:v>5.9333333333333336</c:v>
                      </c:pt>
                      <c:pt idx="5" formatCode="#\ ##0.##">
                        <c:v>4.9333333333333336</c:v>
                      </c:pt>
                      <c:pt idx="6" formatCode="#\ ##0.##">
                        <c:v>3.9</c:v>
                      </c:pt>
                      <c:pt idx="7" formatCode="#\ ##0.##">
                        <c:v>2.8666666666666667</c:v>
                      </c:pt>
                      <c:pt idx="8" formatCode="#\ ##0.##">
                        <c:v>1.9333333333333333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4-397E-4CCF-800C-753314F93195}"/>
                  </c:ext>
                </c:extLst>
              </c15:ser>
            </c15:filteredLineSeries>
          </c:ext>
        </c:extLst>
      </c:lineChart>
      <c:lineChart>
        <c:grouping val="standard"/>
        <c:varyColors val="0"/>
        <c:ser>
          <c:idx val="4"/>
          <c:order val="4"/>
          <c:tx>
            <c:strRef>
              <c:f>'Задача 3 ТЗ-2'!$F$1</c:f>
              <c:strCache>
                <c:ptCount val="1"/>
                <c:pt idx="0">
                  <c:v>Средняя выручка за месяц</c:v>
                </c:pt>
              </c:strCache>
            </c:strRef>
          </c:tx>
          <c:spPr>
            <a:ln w="34925" cap="rnd">
              <a:solidFill>
                <a:schemeClr val="accent5"/>
              </a:solidFill>
              <a:round/>
            </a:ln>
            <a:effectLst>
              <a:outerShdw blurRad="50800" dist="38100" dir="5400000" rotWithShape="0">
                <a:srgbClr val="000000">
                  <a:alpha val="46000"/>
                </a:srgbClr>
              </a:outerShdw>
            </a:effectLst>
          </c:spPr>
          <c:marker>
            <c:symbol val="none"/>
          </c:marker>
          <c:cat>
            <c:numRef>
              <c:f>'Задача 3 ТЗ-2'!$A$2:$A$10</c:f>
              <c:numCache>
                <c:formatCode>m/d/yyyy</c:formatCode>
                <c:ptCount val="9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</c:numCache>
            </c:numRef>
          </c:cat>
          <c:val>
            <c:numRef>
              <c:f>'Задача 3 ТЗ-2'!$F$2:$F$10</c:f>
              <c:numCache>
                <c:formatCode>#\ ##0.##</c:formatCode>
                <c:ptCount val="9"/>
                <c:pt idx="0">
                  <c:v>118.15263675073697</c:v>
                </c:pt>
                <c:pt idx="1">
                  <c:v>95.038011695906434</c:v>
                </c:pt>
                <c:pt idx="2">
                  <c:v>132.12368609041738</c:v>
                </c:pt>
                <c:pt idx="3">
                  <c:v>133.3839300445471</c:v>
                </c:pt>
                <c:pt idx="4">
                  <c:v>176.67955639865752</c:v>
                </c:pt>
                <c:pt idx="5">
                  <c:v>201.13236730706609</c:v>
                </c:pt>
                <c:pt idx="6">
                  <c:v>261.86149808197052</c:v>
                </c:pt>
                <c:pt idx="7">
                  <c:v>402.9829332333083</c:v>
                </c:pt>
                <c:pt idx="8">
                  <c:v>562.4648476732508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97E-4CCF-800C-753314F931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65885456"/>
        <c:axId val="1165889616"/>
      </c:lineChart>
      <c:dateAx>
        <c:axId val="1165887536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65882960"/>
        <c:crosses val="autoZero"/>
        <c:auto val="1"/>
        <c:lblOffset val="100"/>
        <c:baseTimeUnit val="months"/>
      </c:dateAx>
      <c:valAx>
        <c:axId val="11658829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#\ ##0.##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65887536"/>
        <c:crosses val="autoZero"/>
        <c:crossBetween val="between"/>
      </c:valAx>
      <c:valAx>
        <c:axId val="1165889616"/>
        <c:scaling>
          <c:orientation val="minMax"/>
        </c:scaling>
        <c:delete val="0"/>
        <c:axPos val="r"/>
        <c:numFmt formatCode="#\ ##0.##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65885456"/>
        <c:crosses val="max"/>
        <c:crossBetween val="between"/>
      </c:valAx>
      <c:dateAx>
        <c:axId val="1165885456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1165889616"/>
        <c:crosses val="autoZero"/>
        <c:auto val="1"/>
        <c:lblOffset val="100"/>
        <c:baseTimeUnit val="months"/>
      </c:date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cap="none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Динамика </a:t>
            </a:r>
            <a:r>
              <a:rPr lang="en-US"/>
              <a:t>LDAU,</a:t>
            </a:r>
            <a:r>
              <a:rPr lang="ru-RU"/>
              <a:t> </a:t>
            </a:r>
            <a:r>
              <a:rPr lang="en-US"/>
              <a:t>LWAU,</a:t>
            </a:r>
            <a:r>
              <a:rPr lang="ru-RU"/>
              <a:t> </a:t>
            </a:r>
            <a:r>
              <a:rPr lang="en-US"/>
              <a:t>LMAU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cap="none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LDAU!$B$1</c:f>
              <c:strCache>
                <c:ptCount val="1"/>
                <c:pt idx="0">
                  <c:v>LDAU</c:v>
                </c:pt>
              </c:strCache>
            </c:strRef>
          </c:tx>
          <c:spPr>
            <a:ln w="22225" cap="rnd">
              <a:solidFill>
                <a:schemeClr val="accent1"/>
              </a:solidFill>
            </a:ln>
            <a:effectLst>
              <a:glow rad="139700">
                <a:schemeClr val="accent1">
                  <a:satMod val="175000"/>
                  <a:alpha val="14000"/>
                </a:schemeClr>
              </a:glow>
            </a:effectLst>
          </c:spPr>
          <c:marker>
            <c:symbol val="none"/>
          </c:marker>
          <c:dLbls>
            <c:dLbl>
              <c:idx val="259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FAD3-4C3F-98DB-14B32608064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50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LDAU!$A$2:$A$303</c:f>
              <c:numCache>
                <c:formatCode>m/d/yyyy</c:formatCode>
                <c:ptCount val="302"/>
                <c:pt idx="0">
                  <c:v>44745</c:v>
                </c:pt>
                <c:pt idx="1">
                  <c:v>44746</c:v>
                </c:pt>
                <c:pt idx="2">
                  <c:v>44747</c:v>
                </c:pt>
                <c:pt idx="3">
                  <c:v>44748</c:v>
                </c:pt>
                <c:pt idx="4">
                  <c:v>44749</c:v>
                </c:pt>
                <c:pt idx="5">
                  <c:v>44750</c:v>
                </c:pt>
                <c:pt idx="6">
                  <c:v>44751</c:v>
                </c:pt>
                <c:pt idx="7">
                  <c:v>44752</c:v>
                </c:pt>
                <c:pt idx="8">
                  <c:v>44753</c:v>
                </c:pt>
                <c:pt idx="9">
                  <c:v>44754</c:v>
                </c:pt>
                <c:pt idx="10">
                  <c:v>44755</c:v>
                </c:pt>
                <c:pt idx="11">
                  <c:v>44756</c:v>
                </c:pt>
                <c:pt idx="12">
                  <c:v>44757</c:v>
                </c:pt>
                <c:pt idx="13">
                  <c:v>44758</c:v>
                </c:pt>
                <c:pt idx="14">
                  <c:v>44759</c:v>
                </c:pt>
                <c:pt idx="15">
                  <c:v>44760</c:v>
                </c:pt>
                <c:pt idx="16">
                  <c:v>44761</c:v>
                </c:pt>
                <c:pt idx="17">
                  <c:v>44762</c:v>
                </c:pt>
                <c:pt idx="18">
                  <c:v>44763</c:v>
                </c:pt>
                <c:pt idx="19">
                  <c:v>44764</c:v>
                </c:pt>
                <c:pt idx="20">
                  <c:v>44765</c:v>
                </c:pt>
                <c:pt idx="21">
                  <c:v>44766</c:v>
                </c:pt>
                <c:pt idx="22">
                  <c:v>44767</c:v>
                </c:pt>
                <c:pt idx="23">
                  <c:v>44768</c:v>
                </c:pt>
                <c:pt idx="24">
                  <c:v>44769</c:v>
                </c:pt>
                <c:pt idx="25">
                  <c:v>44770</c:v>
                </c:pt>
                <c:pt idx="26">
                  <c:v>44771</c:v>
                </c:pt>
                <c:pt idx="27">
                  <c:v>44772</c:v>
                </c:pt>
                <c:pt idx="28">
                  <c:v>44773</c:v>
                </c:pt>
                <c:pt idx="29">
                  <c:v>44774</c:v>
                </c:pt>
                <c:pt idx="30">
                  <c:v>44775</c:v>
                </c:pt>
                <c:pt idx="31">
                  <c:v>44776</c:v>
                </c:pt>
                <c:pt idx="32">
                  <c:v>44777</c:v>
                </c:pt>
                <c:pt idx="33">
                  <c:v>44778</c:v>
                </c:pt>
                <c:pt idx="34">
                  <c:v>44779</c:v>
                </c:pt>
                <c:pt idx="35">
                  <c:v>44780</c:v>
                </c:pt>
                <c:pt idx="36">
                  <c:v>44781</c:v>
                </c:pt>
                <c:pt idx="37">
                  <c:v>44782</c:v>
                </c:pt>
                <c:pt idx="38">
                  <c:v>44783</c:v>
                </c:pt>
                <c:pt idx="39">
                  <c:v>44784</c:v>
                </c:pt>
                <c:pt idx="40">
                  <c:v>44785</c:v>
                </c:pt>
                <c:pt idx="41">
                  <c:v>44786</c:v>
                </c:pt>
                <c:pt idx="42">
                  <c:v>44787</c:v>
                </c:pt>
                <c:pt idx="43">
                  <c:v>44788</c:v>
                </c:pt>
                <c:pt idx="44">
                  <c:v>44789</c:v>
                </c:pt>
                <c:pt idx="45">
                  <c:v>44790</c:v>
                </c:pt>
                <c:pt idx="46">
                  <c:v>44791</c:v>
                </c:pt>
                <c:pt idx="47">
                  <c:v>44792</c:v>
                </c:pt>
                <c:pt idx="48">
                  <c:v>44793</c:v>
                </c:pt>
                <c:pt idx="49">
                  <c:v>44794</c:v>
                </c:pt>
                <c:pt idx="50">
                  <c:v>44795</c:v>
                </c:pt>
                <c:pt idx="51">
                  <c:v>44796</c:v>
                </c:pt>
                <c:pt idx="52">
                  <c:v>44797</c:v>
                </c:pt>
                <c:pt idx="53">
                  <c:v>44798</c:v>
                </c:pt>
                <c:pt idx="54">
                  <c:v>44799</c:v>
                </c:pt>
                <c:pt idx="55">
                  <c:v>44800</c:v>
                </c:pt>
                <c:pt idx="56">
                  <c:v>44801</c:v>
                </c:pt>
                <c:pt idx="57">
                  <c:v>44802</c:v>
                </c:pt>
                <c:pt idx="58">
                  <c:v>44803</c:v>
                </c:pt>
                <c:pt idx="59">
                  <c:v>44804</c:v>
                </c:pt>
                <c:pt idx="60">
                  <c:v>44805</c:v>
                </c:pt>
                <c:pt idx="61">
                  <c:v>44806</c:v>
                </c:pt>
                <c:pt idx="62">
                  <c:v>44807</c:v>
                </c:pt>
                <c:pt idx="63">
                  <c:v>44808</c:v>
                </c:pt>
                <c:pt idx="64">
                  <c:v>44809</c:v>
                </c:pt>
                <c:pt idx="65">
                  <c:v>44810</c:v>
                </c:pt>
                <c:pt idx="66">
                  <c:v>44811</c:v>
                </c:pt>
                <c:pt idx="67">
                  <c:v>44812</c:v>
                </c:pt>
                <c:pt idx="68">
                  <c:v>44813</c:v>
                </c:pt>
                <c:pt idx="69">
                  <c:v>44814</c:v>
                </c:pt>
                <c:pt idx="70">
                  <c:v>44815</c:v>
                </c:pt>
                <c:pt idx="71">
                  <c:v>44816</c:v>
                </c:pt>
                <c:pt idx="72">
                  <c:v>44817</c:v>
                </c:pt>
                <c:pt idx="73">
                  <c:v>44818</c:v>
                </c:pt>
                <c:pt idx="74">
                  <c:v>44819</c:v>
                </c:pt>
                <c:pt idx="75">
                  <c:v>44820</c:v>
                </c:pt>
                <c:pt idx="76">
                  <c:v>44821</c:v>
                </c:pt>
                <c:pt idx="77">
                  <c:v>44822</c:v>
                </c:pt>
                <c:pt idx="78">
                  <c:v>44823</c:v>
                </c:pt>
                <c:pt idx="79">
                  <c:v>44824</c:v>
                </c:pt>
                <c:pt idx="80">
                  <c:v>44825</c:v>
                </c:pt>
                <c:pt idx="81">
                  <c:v>44826</c:v>
                </c:pt>
                <c:pt idx="82">
                  <c:v>44827</c:v>
                </c:pt>
                <c:pt idx="83">
                  <c:v>44828</c:v>
                </c:pt>
                <c:pt idx="84">
                  <c:v>44829</c:v>
                </c:pt>
                <c:pt idx="85">
                  <c:v>44830</c:v>
                </c:pt>
                <c:pt idx="86">
                  <c:v>44831</c:v>
                </c:pt>
                <c:pt idx="87">
                  <c:v>44832</c:v>
                </c:pt>
                <c:pt idx="88">
                  <c:v>44833</c:v>
                </c:pt>
                <c:pt idx="89">
                  <c:v>44834</c:v>
                </c:pt>
                <c:pt idx="90">
                  <c:v>44835</c:v>
                </c:pt>
                <c:pt idx="91">
                  <c:v>44836</c:v>
                </c:pt>
                <c:pt idx="92">
                  <c:v>44837</c:v>
                </c:pt>
                <c:pt idx="93">
                  <c:v>44838</c:v>
                </c:pt>
                <c:pt idx="94">
                  <c:v>44839</c:v>
                </c:pt>
                <c:pt idx="95">
                  <c:v>44840</c:v>
                </c:pt>
                <c:pt idx="96">
                  <c:v>44841</c:v>
                </c:pt>
                <c:pt idx="97">
                  <c:v>44842</c:v>
                </c:pt>
                <c:pt idx="98">
                  <c:v>44843</c:v>
                </c:pt>
                <c:pt idx="99">
                  <c:v>44844</c:v>
                </c:pt>
                <c:pt idx="100">
                  <c:v>44845</c:v>
                </c:pt>
                <c:pt idx="101">
                  <c:v>44846</c:v>
                </c:pt>
                <c:pt idx="102">
                  <c:v>44847</c:v>
                </c:pt>
                <c:pt idx="103">
                  <c:v>44848</c:v>
                </c:pt>
                <c:pt idx="104">
                  <c:v>44849</c:v>
                </c:pt>
                <c:pt idx="105">
                  <c:v>44850</c:v>
                </c:pt>
                <c:pt idx="106">
                  <c:v>44851</c:v>
                </c:pt>
                <c:pt idx="107">
                  <c:v>44852</c:v>
                </c:pt>
                <c:pt idx="108">
                  <c:v>44853</c:v>
                </c:pt>
                <c:pt idx="109">
                  <c:v>44854</c:v>
                </c:pt>
                <c:pt idx="110">
                  <c:v>44855</c:v>
                </c:pt>
                <c:pt idx="111">
                  <c:v>44856</c:v>
                </c:pt>
                <c:pt idx="112">
                  <c:v>44857</c:v>
                </c:pt>
                <c:pt idx="113">
                  <c:v>44858</c:v>
                </c:pt>
                <c:pt idx="114">
                  <c:v>44859</c:v>
                </c:pt>
                <c:pt idx="115">
                  <c:v>44860</c:v>
                </c:pt>
                <c:pt idx="116">
                  <c:v>44861</c:v>
                </c:pt>
                <c:pt idx="117">
                  <c:v>44862</c:v>
                </c:pt>
                <c:pt idx="118">
                  <c:v>44863</c:v>
                </c:pt>
                <c:pt idx="119">
                  <c:v>44864</c:v>
                </c:pt>
                <c:pt idx="120">
                  <c:v>44865</c:v>
                </c:pt>
                <c:pt idx="121">
                  <c:v>44866</c:v>
                </c:pt>
                <c:pt idx="122">
                  <c:v>44867</c:v>
                </c:pt>
                <c:pt idx="123">
                  <c:v>44868</c:v>
                </c:pt>
                <c:pt idx="124">
                  <c:v>44869</c:v>
                </c:pt>
                <c:pt idx="125">
                  <c:v>44870</c:v>
                </c:pt>
                <c:pt idx="126">
                  <c:v>44871</c:v>
                </c:pt>
                <c:pt idx="127">
                  <c:v>44872</c:v>
                </c:pt>
                <c:pt idx="128">
                  <c:v>44873</c:v>
                </c:pt>
                <c:pt idx="129">
                  <c:v>44874</c:v>
                </c:pt>
                <c:pt idx="130">
                  <c:v>44875</c:v>
                </c:pt>
                <c:pt idx="131">
                  <c:v>44876</c:v>
                </c:pt>
                <c:pt idx="132">
                  <c:v>44877</c:v>
                </c:pt>
                <c:pt idx="133">
                  <c:v>44878</c:v>
                </c:pt>
                <c:pt idx="134">
                  <c:v>44879</c:v>
                </c:pt>
                <c:pt idx="135">
                  <c:v>44880</c:v>
                </c:pt>
                <c:pt idx="136">
                  <c:v>44881</c:v>
                </c:pt>
                <c:pt idx="137">
                  <c:v>44882</c:v>
                </c:pt>
                <c:pt idx="138">
                  <c:v>44883</c:v>
                </c:pt>
                <c:pt idx="139">
                  <c:v>44884</c:v>
                </c:pt>
                <c:pt idx="140">
                  <c:v>44885</c:v>
                </c:pt>
                <c:pt idx="141">
                  <c:v>44886</c:v>
                </c:pt>
                <c:pt idx="142">
                  <c:v>44887</c:v>
                </c:pt>
                <c:pt idx="143">
                  <c:v>44888</c:v>
                </c:pt>
                <c:pt idx="144">
                  <c:v>44889</c:v>
                </c:pt>
                <c:pt idx="145">
                  <c:v>44890</c:v>
                </c:pt>
                <c:pt idx="146">
                  <c:v>44891</c:v>
                </c:pt>
                <c:pt idx="147">
                  <c:v>44892</c:v>
                </c:pt>
                <c:pt idx="148">
                  <c:v>44893</c:v>
                </c:pt>
                <c:pt idx="149">
                  <c:v>44894</c:v>
                </c:pt>
                <c:pt idx="150">
                  <c:v>44895</c:v>
                </c:pt>
                <c:pt idx="151">
                  <c:v>44896</c:v>
                </c:pt>
                <c:pt idx="152">
                  <c:v>44897</c:v>
                </c:pt>
                <c:pt idx="153">
                  <c:v>44898</c:v>
                </c:pt>
                <c:pt idx="154">
                  <c:v>44899</c:v>
                </c:pt>
                <c:pt idx="155">
                  <c:v>44900</c:v>
                </c:pt>
                <c:pt idx="156">
                  <c:v>44901</c:v>
                </c:pt>
                <c:pt idx="157">
                  <c:v>44902</c:v>
                </c:pt>
                <c:pt idx="158">
                  <c:v>44903</c:v>
                </c:pt>
                <c:pt idx="159">
                  <c:v>44904</c:v>
                </c:pt>
                <c:pt idx="160">
                  <c:v>44905</c:v>
                </c:pt>
                <c:pt idx="161">
                  <c:v>44906</c:v>
                </c:pt>
                <c:pt idx="162">
                  <c:v>44907</c:v>
                </c:pt>
                <c:pt idx="163">
                  <c:v>44908</c:v>
                </c:pt>
                <c:pt idx="164">
                  <c:v>44909</c:v>
                </c:pt>
                <c:pt idx="165">
                  <c:v>44910</c:v>
                </c:pt>
                <c:pt idx="166">
                  <c:v>44911</c:v>
                </c:pt>
                <c:pt idx="167">
                  <c:v>44912</c:v>
                </c:pt>
                <c:pt idx="168">
                  <c:v>44913</c:v>
                </c:pt>
                <c:pt idx="169">
                  <c:v>44914</c:v>
                </c:pt>
                <c:pt idx="170">
                  <c:v>44915</c:v>
                </c:pt>
                <c:pt idx="171">
                  <c:v>44916</c:v>
                </c:pt>
                <c:pt idx="172">
                  <c:v>44917</c:v>
                </c:pt>
                <c:pt idx="173">
                  <c:v>44918</c:v>
                </c:pt>
                <c:pt idx="174">
                  <c:v>44919</c:v>
                </c:pt>
                <c:pt idx="175">
                  <c:v>44920</c:v>
                </c:pt>
                <c:pt idx="176">
                  <c:v>44921</c:v>
                </c:pt>
                <c:pt idx="177">
                  <c:v>44922</c:v>
                </c:pt>
                <c:pt idx="178">
                  <c:v>44923</c:v>
                </c:pt>
                <c:pt idx="179">
                  <c:v>44924</c:v>
                </c:pt>
                <c:pt idx="180">
                  <c:v>44925</c:v>
                </c:pt>
                <c:pt idx="181">
                  <c:v>44926</c:v>
                </c:pt>
                <c:pt idx="182">
                  <c:v>44927</c:v>
                </c:pt>
                <c:pt idx="183">
                  <c:v>44928</c:v>
                </c:pt>
                <c:pt idx="184">
                  <c:v>44929</c:v>
                </c:pt>
                <c:pt idx="185">
                  <c:v>44930</c:v>
                </c:pt>
                <c:pt idx="186">
                  <c:v>44931</c:v>
                </c:pt>
                <c:pt idx="187">
                  <c:v>44932</c:v>
                </c:pt>
                <c:pt idx="188">
                  <c:v>44933</c:v>
                </c:pt>
                <c:pt idx="189">
                  <c:v>44934</c:v>
                </c:pt>
                <c:pt idx="190">
                  <c:v>44935</c:v>
                </c:pt>
                <c:pt idx="191">
                  <c:v>44936</c:v>
                </c:pt>
                <c:pt idx="192">
                  <c:v>44937</c:v>
                </c:pt>
                <c:pt idx="193">
                  <c:v>44938</c:v>
                </c:pt>
                <c:pt idx="194">
                  <c:v>44939</c:v>
                </c:pt>
                <c:pt idx="195">
                  <c:v>44940</c:v>
                </c:pt>
                <c:pt idx="196">
                  <c:v>44941</c:v>
                </c:pt>
                <c:pt idx="197">
                  <c:v>44942</c:v>
                </c:pt>
                <c:pt idx="198">
                  <c:v>44943</c:v>
                </c:pt>
                <c:pt idx="199">
                  <c:v>44944</c:v>
                </c:pt>
                <c:pt idx="200">
                  <c:v>44945</c:v>
                </c:pt>
                <c:pt idx="201">
                  <c:v>44946</c:v>
                </c:pt>
                <c:pt idx="202">
                  <c:v>44947</c:v>
                </c:pt>
                <c:pt idx="203">
                  <c:v>44948</c:v>
                </c:pt>
                <c:pt idx="204">
                  <c:v>44949</c:v>
                </c:pt>
                <c:pt idx="205">
                  <c:v>44950</c:v>
                </c:pt>
                <c:pt idx="206">
                  <c:v>44951</c:v>
                </c:pt>
                <c:pt idx="207">
                  <c:v>44952</c:v>
                </c:pt>
                <c:pt idx="208">
                  <c:v>44953</c:v>
                </c:pt>
                <c:pt idx="209">
                  <c:v>44954</c:v>
                </c:pt>
                <c:pt idx="210">
                  <c:v>44955</c:v>
                </c:pt>
                <c:pt idx="211">
                  <c:v>44956</c:v>
                </c:pt>
                <c:pt idx="212">
                  <c:v>44957</c:v>
                </c:pt>
                <c:pt idx="213">
                  <c:v>44958</c:v>
                </c:pt>
                <c:pt idx="214">
                  <c:v>44959</c:v>
                </c:pt>
                <c:pt idx="215">
                  <c:v>44960</c:v>
                </c:pt>
                <c:pt idx="216">
                  <c:v>44961</c:v>
                </c:pt>
                <c:pt idx="217">
                  <c:v>44962</c:v>
                </c:pt>
                <c:pt idx="218">
                  <c:v>44963</c:v>
                </c:pt>
                <c:pt idx="219">
                  <c:v>44964</c:v>
                </c:pt>
                <c:pt idx="220">
                  <c:v>44965</c:v>
                </c:pt>
                <c:pt idx="221">
                  <c:v>44966</c:v>
                </c:pt>
                <c:pt idx="222">
                  <c:v>44967</c:v>
                </c:pt>
                <c:pt idx="223">
                  <c:v>44968</c:v>
                </c:pt>
                <c:pt idx="224">
                  <c:v>44969</c:v>
                </c:pt>
                <c:pt idx="225">
                  <c:v>44970</c:v>
                </c:pt>
                <c:pt idx="226">
                  <c:v>44971</c:v>
                </c:pt>
                <c:pt idx="227">
                  <c:v>44972</c:v>
                </c:pt>
                <c:pt idx="228">
                  <c:v>44973</c:v>
                </c:pt>
                <c:pt idx="229">
                  <c:v>44974</c:v>
                </c:pt>
                <c:pt idx="230">
                  <c:v>44975</c:v>
                </c:pt>
                <c:pt idx="231">
                  <c:v>44976</c:v>
                </c:pt>
                <c:pt idx="232">
                  <c:v>44977</c:v>
                </c:pt>
                <c:pt idx="233">
                  <c:v>44978</c:v>
                </c:pt>
                <c:pt idx="234">
                  <c:v>44979</c:v>
                </c:pt>
                <c:pt idx="235">
                  <c:v>44980</c:v>
                </c:pt>
                <c:pt idx="236">
                  <c:v>44981</c:v>
                </c:pt>
                <c:pt idx="237">
                  <c:v>44982</c:v>
                </c:pt>
                <c:pt idx="238">
                  <c:v>44983</c:v>
                </c:pt>
                <c:pt idx="239">
                  <c:v>44984</c:v>
                </c:pt>
                <c:pt idx="240">
                  <c:v>44985</c:v>
                </c:pt>
                <c:pt idx="241">
                  <c:v>44986</c:v>
                </c:pt>
                <c:pt idx="242">
                  <c:v>44987</c:v>
                </c:pt>
                <c:pt idx="243">
                  <c:v>44988</c:v>
                </c:pt>
                <c:pt idx="244">
                  <c:v>44989</c:v>
                </c:pt>
                <c:pt idx="245">
                  <c:v>44990</c:v>
                </c:pt>
                <c:pt idx="246">
                  <c:v>44991</c:v>
                </c:pt>
                <c:pt idx="247">
                  <c:v>44992</c:v>
                </c:pt>
                <c:pt idx="248">
                  <c:v>44993</c:v>
                </c:pt>
                <c:pt idx="249">
                  <c:v>44994</c:v>
                </c:pt>
                <c:pt idx="250">
                  <c:v>44995</c:v>
                </c:pt>
                <c:pt idx="251">
                  <c:v>44996</c:v>
                </c:pt>
                <c:pt idx="252">
                  <c:v>44997</c:v>
                </c:pt>
                <c:pt idx="253">
                  <c:v>44998</c:v>
                </c:pt>
                <c:pt idx="254">
                  <c:v>44999</c:v>
                </c:pt>
                <c:pt idx="255">
                  <c:v>45000</c:v>
                </c:pt>
                <c:pt idx="256">
                  <c:v>45001</c:v>
                </c:pt>
                <c:pt idx="257">
                  <c:v>45002</c:v>
                </c:pt>
                <c:pt idx="258">
                  <c:v>45003</c:v>
                </c:pt>
                <c:pt idx="259">
                  <c:v>45004</c:v>
                </c:pt>
                <c:pt idx="260">
                  <c:v>45005</c:v>
                </c:pt>
                <c:pt idx="261">
                  <c:v>45006</c:v>
                </c:pt>
                <c:pt idx="262">
                  <c:v>45007</c:v>
                </c:pt>
                <c:pt idx="263">
                  <c:v>45008</c:v>
                </c:pt>
                <c:pt idx="264">
                  <c:v>45009</c:v>
                </c:pt>
                <c:pt idx="265">
                  <c:v>45010</c:v>
                </c:pt>
                <c:pt idx="266">
                  <c:v>45011</c:v>
                </c:pt>
                <c:pt idx="267">
                  <c:v>45012</c:v>
                </c:pt>
                <c:pt idx="268">
                  <c:v>45013</c:v>
                </c:pt>
                <c:pt idx="269">
                  <c:v>45014</c:v>
                </c:pt>
                <c:pt idx="270">
                  <c:v>45015</c:v>
                </c:pt>
                <c:pt idx="271">
                  <c:v>45016</c:v>
                </c:pt>
                <c:pt idx="272">
                  <c:v>45017</c:v>
                </c:pt>
                <c:pt idx="273">
                  <c:v>45018</c:v>
                </c:pt>
                <c:pt idx="274">
                  <c:v>45019</c:v>
                </c:pt>
                <c:pt idx="275">
                  <c:v>45020</c:v>
                </c:pt>
                <c:pt idx="276">
                  <c:v>45021</c:v>
                </c:pt>
                <c:pt idx="277">
                  <c:v>45022</c:v>
                </c:pt>
                <c:pt idx="278">
                  <c:v>45023</c:v>
                </c:pt>
                <c:pt idx="279">
                  <c:v>45024</c:v>
                </c:pt>
                <c:pt idx="280">
                  <c:v>45025</c:v>
                </c:pt>
                <c:pt idx="281">
                  <c:v>45026</c:v>
                </c:pt>
                <c:pt idx="282">
                  <c:v>45027</c:v>
                </c:pt>
                <c:pt idx="283">
                  <c:v>45028</c:v>
                </c:pt>
                <c:pt idx="284">
                  <c:v>45029</c:v>
                </c:pt>
                <c:pt idx="285">
                  <c:v>45030</c:v>
                </c:pt>
                <c:pt idx="286">
                  <c:v>45031</c:v>
                </c:pt>
                <c:pt idx="287">
                  <c:v>45032</c:v>
                </c:pt>
                <c:pt idx="288">
                  <c:v>45033</c:v>
                </c:pt>
                <c:pt idx="289">
                  <c:v>45034</c:v>
                </c:pt>
                <c:pt idx="290">
                  <c:v>45035</c:v>
                </c:pt>
                <c:pt idx="291">
                  <c:v>45036</c:v>
                </c:pt>
                <c:pt idx="292">
                  <c:v>45037</c:v>
                </c:pt>
                <c:pt idx="293">
                  <c:v>45038</c:v>
                </c:pt>
                <c:pt idx="294">
                  <c:v>45039</c:v>
                </c:pt>
                <c:pt idx="295">
                  <c:v>45040</c:v>
                </c:pt>
                <c:pt idx="296">
                  <c:v>45041</c:v>
                </c:pt>
                <c:pt idx="297">
                  <c:v>45042</c:v>
                </c:pt>
                <c:pt idx="298">
                  <c:v>45043</c:v>
                </c:pt>
                <c:pt idx="299">
                  <c:v>45044</c:v>
                </c:pt>
                <c:pt idx="300">
                  <c:v>45045</c:v>
                </c:pt>
                <c:pt idx="301">
                  <c:v>45046</c:v>
                </c:pt>
              </c:numCache>
            </c:numRef>
          </c:cat>
          <c:val>
            <c:numRef>
              <c:f>LDAU!$B$2:$B$303</c:f>
              <c:numCache>
                <c:formatCode>#,##0</c:formatCode>
                <c:ptCount val="302"/>
                <c:pt idx="0">
                  <c:v>1</c:v>
                </c:pt>
                <c:pt idx="1">
                  <c:v>2</c:v>
                </c:pt>
                <c:pt idx="2">
                  <c:v>5</c:v>
                </c:pt>
                <c:pt idx="3">
                  <c:v>1</c:v>
                </c:pt>
                <c:pt idx="4">
                  <c:v>5</c:v>
                </c:pt>
                <c:pt idx="5">
                  <c:v>6</c:v>
                </c:pt>
                <c:pt idx="6">
                  <c:v>10</c:v>
                </c:pt>
                <c:pt idx="7">
                  <c:v>9</c:v>
                </c:pt>
                <c:pt idx="8">
                  <c:v>5</c:v>
                </c:pt>
                <c:pt idx="9">
                  <c:v>7</c:v>
                </c:pt>
                <c:pt idx="10">
                  <c:v>11</c:v>
                </c:pt>
                <c:pt idx="11">
                  <c:v>9</c:v>
                </c:pt>
                <c:pt idx="12">
                  <c:v>7</c:v>
                </c:pt>
                <c:pt idx="13">
                  <c:v>14</c:v>
                </c:pt>
                <c:pt idx="14">
                  <c:v>16</c:v>
                </c:pt>
                <c:pt idx="15">
                  <c:v>9</c:v>
                </c:pt>
                <c:pt idx="16">
                  <c:v>12</c:v>
                </c:pt>
                <c:pt idx="17">
                  <c:v>11</c:v>
                </c:pt>
                <c:pt idx="18">
                  <c:v>18</c:v>
                </c:pt>
                <c:pt idx="19">
                  <c:v>15</c:v>
                </c:pt>
                <c:pt idx="20">
                  <c:v>18</c:v>
                </c:pt>
                <c:pt idx="21">
                  <c:v>18</c:v>
                </c:pt>
                <c:pt idx="22">
                  <c:v>25</c:v>
                </c:pt>
                <c:pt idx="23">
                  <c:v>18</c:v>
                </c:pt>
                <c:pt idx="24">
                  <c:v>17</c:v>
                </c:pt>
                <c:pt idx="25">
                  <c:v>28</c:v>
                </c:pt>
                <c:pt idx="26">
                  <c:v>25</c:v>
                </c:pt>
                <c:pt idx="27">
                  <c:v>26</c:v>
                </c:pt>
                <c:pt idx="28">
                  <c:v>27</c:v>
                </c:pt>
                <c:pt idx="29">
                  <c:v>13</c:v>
                </c:pt>
                <c:pt idx="30">
                  <c:v>25</c:v>
                </c:pt>
                <c:pt idx="31">
                  <c:v>26</c:v>
                </c:pt>
                <c:pt idx="32">
                  <c:v>26</c:v>
                </c:pt>
                <c:pt idx="33">
                  <c:v>27</c:v>
                </c:pt>
                <c:pt idx="34">
                  <c:v>30</c:v>
                </c:pt>
                <c:pt idx="35">
                  <c:v>24</c:v>
                </c:pt>
                <c:pt idx="36">
                  <c:v>26</c:v>
                </c:pt>
                <c:pt idx="37">
                  <c:v>23</c:v>
                </c:pt>
                <c:pt idx="38">
                  <c:v>24</c:v>
                </c:pt>
                <c:pt idx="39">
                  <c:v>31</c:v>
                </c:pt>
                <c:pt idx="40">
                  <c:v>30</c:v>
                </c:pt>
                <c:pt idx="41">
                  <c:v>25</c:v>
                </c:pt>
                <c:pt idx="42">
                  <c:v>21</c:v>
                </c:pt>
                <c:pt idx="43">
                  <c:v>22</c:v>
                </c:pt>
                <c:pt idx="44">
                  <c:v>23</c:v>
                </c:pt>
                <c:pt idx="45">
                  <c:v>23</c:v>
                </c:pt>
                <c:pt idx="46">
                  <c:v>26</c:v>
                </c:pt>
                <c:pt idx="47">
                  <c:v>32</c:v>
                </c:pt>
                <c:pt idx="48">
                  <c:v>31</c:v>
                </c:pt>
                <c:pt idx="49">
                  <c:v>30</c:v>
                </c:pt>
                <c:pt idx="50">
                  <c:v>19</c:v>
                </c:pt>
                <c:pt idx="51">
                  <c:v>28</c:v>
                </c:pt>
                <c:pt idx="52">
                  <c:v>30</c:v>
                </c:pt>
                <c:pt idx="53">
                  <c:v>27</c:v>
                </c:pt>
                <c:pt idx="54">
                  <c:v>25</c:v>
                </c:pt>
                <c:pt idx="55">
                  <c:v>30</c:v>
                </c:pt>
                <c:pt idx="56">
                  <c:v>26</c:v>
                </c:pt>
                <c:pt idx="57">
                  <c:v>21</c:v>
                </c:pt>
                <c:pt idx="58">
                  <c:v>26</c:v>
                </c:pt>
                <c:pt idx="59">
                  <c:v>21</c:v>
                </c:pt>
                <c:pt idx="60">
                  <c:v>24</c:v>
                </c:pt>
                <c:pt idx="61">
                  <c:v>27</c:v>
                </c:pt>
                <c:pt idx="62">
                  <c:v>23</c:v>
                </c:pt>
                <c:pt idx="63">
                  <c:v>24</c:v>
                </c:pt>
                <c:pt idx="64">
                  <c:v>18</c:v>
                </c:pt>
                <c:pt idx="65">
                  <c:v>18</c:v>
                </c:pt>
                <c:pt idx="66">
                  <c:v>17</c:v>
                </c:pt>
                <c:pt idx="67">
                  <c:v>24</c:v>
                </c:pt>
                <c:pt idx="68">
                  <c:v>33</c:v>
                </c:pt>
                <c:pt idx="69">
                  <c:v>19</c:v>
                </c:pt>
                <c:pt idx="70">
                  <c:v>24</c:v>
                </c:pt>
                <c:pt idx="71">
                  <c:v>22</c:v>
                </c:pt>
                <c:pt idx="72">
                  <c:v>25</c:v>
                </c:pt>
                <c:pt idx="73">
                  <c:v>19</c:v>
                </c:pt>
                <c:pt idx="74">
                  <c:v>29</c:v>
                </c:pt>
                <c:pt idx="75">
                  <c:v>32</c:v>
                </c:pt>
                <c:pt idx="76">
                  <c:v>24</c:v>
                </c:pt>
                <c:pt idx="77">
                  <c:v>25</c:v>
                </c:pt>
                <c:pt idx="78">
                  <c:v>25</c:v>
                </c:pt>
                <c:pt idx="79">
                  <c:v>29</c:v>
                </c:pt>
                <c:pt idx="80">
                  <c:v>30</c:v>
                </c:pt>
                <c:pt idx="81">
                  <c:v>23</c:v>
                </c:pt>
                <c:pt idx="82">
                  <c:v>19</c:v>
                </c:pt>
                <c:pt idx="83">
                  <c:v>18</c:v>
                </c:pt>
                <c:pt idx="84">
                  <c:v>30</c:v>
                </c:pt>
                <c:pt idx="85">
                  <c:v>22</c:v>
                </c:pt>
                <c:pt idx="86">
                  <c:v>21</c:v>
                </c:pt>
                <c:pt idx="87">
                  <c:v>20</c:v>
                </c:pt>
                <c:pt idx="88">
                  <c:v>17</c:v>
                </c:pt>
                <c:pt idx="89">
                  <c:v>16</c:v>
                </c:pt>
                <c:pt idx="90">
                  <c:v>22</c:v>
                </c:pt>
                <c:pt idx="91">
                  <c:v>15</c:v>
                </c:pt>
                <c:pt idx="92">
                  <c:v>20</c:v>
                </c:pt>
                <c:pt idx="93">
                  <c:v>25</c:v>
                </c:pt>
                <c:pt idx="94">
                  <c:v>18</c:v>
                </c:pt>
                <c:pt idx="95">
                  <c:v>27</c:v>
                </c:pt>
                <c:pt idx="96">
                  <c:v>22</c:v>
                </c:pt>
                <c:pt idx="97">
                  <c:v>18</c:v>
                </c:pt>
                <c:pt idx="98">
                  <c:v>20</c:v>
                </c:pt>
                <c:pt idx="99">
                  <c:v>17</c:v>
                </c:pt>
                <c:pt idx="100">
                  <c:v>24</c:v>
                </c:pt>
                <c:pt idx="101">
                  <c:v>22</c:v>
                </c:pt>
                <c:pt idx="102">
                  <c:v>19</c:v>
                </c:pt>
                <c:pt idx="103">
                  <c:v>26</c:v>
                </c:pt>
                <c:pt idx="104">
                  <c:v>22</c:v>
                </c:pt>
                <c:pt idx="105">
                  <c:v>24</c:v>
                </c:pt>
                <c:pt idx="106">
                  <c:v>20</c:v>
                </c:pt>
                <c:pt idx="107">
                  <c:v>16</c:v>
                </c:pt>
                <c:pt idx="108">
                  <c:v>25</c:v>
                </c:pt>
                <c:pt idx="109">
                  <c:v>15</c:v>
                </c:pt>
                <c:pt idx="110">
                  <c:v>21</c:v>
                </c:pt>
                <c:pt idx="111">
                  <c:v>21</c:v>
                </c:pt>
                <c:pt idx="112">
                  <c:v>16</c:v>
                </c:pt>
                <c:pt idx="113">
                  <c:v>18</c:v>
                </c:pt>
                <c:pt idx="114">
                  <c:v>20</c:v>
                </c:pt>
                <c:pt idx="115">
                  <c:v>18</c:v>
                </c:pt>
                <c:pt idx="116">
                  <c:v>20</c:v>
                </c:pt>
                <c:pt idx="117">
                  <c:v>24</c:v>
                </c:pt>
                <c:pt idx="118">
                  <c:v>18</c:v>
                </c:pt>
                <c:pt idx="119">
                  <c:v>26</c:v>
                </c:pt>
                <c:pt idx="120">
                  <c:v>24</c:v>
                </c:pt>
                <c:pt idx="121">
                  <c:v>19</c:v>
                </c:pt>
                <c:pt idx="122">
                  <c:v>15</c:v>
                </c:pt>
                <c:pt idx="123">
                  <c:v>23</c:v>
                </c:pt>
                <c:pt idx="124">
                  <c:v>19</c:v>
                </c:pt>
                <c:pt idx="125">
                  <c:v>16</c:v>
                </c:pt>
                <c:pt idx="126">
                  <c:v>18</c:v>
                </c:pt>
                <c:pt idx="127">
                  <c:v>18</c:v>
                </c:pt>
                <c:pt idx="128">
                  <c:v>23</c:v>
                </c:pt>
                <c:pt idx="129">
                  <c:v>22</c:v>
                </c:pt>
                <c:pt idx="130">
                  <c:v>25</c:v>
                </c:pt>
                <c:pt idx="131">
                  <c:v>19</c:v>
                </c:pt>
                <c:pt idx="132">
                  <c:v>19</c:v>
                </c:pt>
                <c:pt idx="133">
                  <c:v>15</c:v>
                </c:pt>
                <c:pt idx="134">
                  <c:v>14</c:v>
                </c:pt>
                <c:pt idx="135">
                  <c:v>16</c:v>
                </c:pt>
                <c:pt idx="136">
                  <c:v>14</c:v>
                </c:pt>
                <c:pt idx="137">
                  <c:v>17</c:v>
                </c:pt>
                <c:pt idx="138">
                  <c:v>20</c:v>
                </c:pt>
                <c:pt idx="139">
                  <c:v>13</c:v>
                </c:pt>
                <c:pt idx="140">
                  <c:v>21</c:v>
                </c:pt>
                <c:pt idx="141">
                  <c:v>9</c:v>
                </c:pt>
                <c:pt idx="142">
                  <c:v>16</c:v>
                </c:pt>
                <c:pt idx="143">
                  <c:v>18</c:v>
                </c:pt>
                <c:pt idx="144">
                  <c:v>10</c:v>
                </c:pt>
                <c:pt idx="145">
                  <c:v>15</c:v>
                </c:pt>
                <c:pt idx="146">
                  <c:v>12</c:v>
                </c:pt>
                <c:pt idx="147">
                  <c:v>12</c:v>
                </c:pt>
                <c:pt idx="148">
                  <c:v>14</c:v>
                </c:pt>
                <c:pt idx="149">
                  <c:v>5</c:v>
                </c:pt>
                <c:pt idx="150">
                  <c:v>8</c:v>
                </c:pt>
                <c:pt idx="151">
                  <c:v>9</c:v>
                </c:pt>
                <c:pt idx="152">
                  <c:v>11</c:v>
                </c:pt>
                <c:pt idx="153">
                  <c:v>9</c:v>
                </c:pt>
                <c:pt idx="154">
                  <c:v>13</c:v>
                </c:pt>
                <c:pt idx="155">
                  <c:v>6</c:v>
                </c:pt>
                <c:pt idx="156">
                  <c:v>16</c:v>
                </c:pt>
                <c:pt idx="157">
                  <c:v>13</c:v>
                </c:pt>
                <c:pt idx="158">
                  <c:v>11</c:v>
                </c:pt>
                <c:pt idx="159">
                  <c:v>13</c:v>
                </c:pt>
                <c:pt idx="160">
                  <c:v>6</c:v>
                </c:pt>
                <c:pt idx="161">
                  <c:v>12</c:v>
                </c:pt>
                <c:pt idx="162">
                  <c:v>12</c:v>
                </c:pt>
                <c:pt idx="163">
                  <c:v>15</c:v>
                </c:pt>
                <c:pt idx="164">
                  <c:v>7</c:v>
                </c:pt>
                <c:pt idx="165">
                  <c:v>7</c:v>
                </c:pt>
                <c:pt idx="166">
                  <c:v>8</c:v>
                </c:pt>
                <c:pt idx="167">
                  <c:v>12</c:v>
                </c:pt>
                <c:pt idx="168">
                  <c:v>8</c:v>
                </c:pt>
                <c:pt idx="169">
                  <c:v>8</c:v>
                </c:pt>
                <c:pt idx="170">
                  <c:v>9</c:v>
                </c:pt>
                <c:pt idx="171">
                  <c:v>9</c:v>
                </c:pt>
                <c:pt idx="172">
                  <c:v>12</c:v>
                </c:pt>
                <c:pt idx="173">
                  <c:v>13</c:v>
                </c:pt>
                <c:pt idx="174">
                  <c:v>10</c:v>
                </c:pt>
                <c:pt idx="175">
                  <c:v>8</c:v>
                </c:pt>
                <c:pt idx="176">
                  <c:v>9</c:v>
                </c:pt>
                <c:pt idx="177">
                  <c:v>10</c:v>
                </c:pt>
                <c:pt idx="178">
                  <c:v>10</c:v>
                </c:pt>
                <c:pt idx="179">
                  <c:v>14</c:v>
                </c:pt>
                <c:pt idx="180">
                  <c:v>10</c:v>
                </c:pt>
                <c:pt idx="181">
                  <c:v>15</c:v>
                </c:pt>
                <c:pt idx="182">
                  <c:v>12</c:v>
                </c:pt>
                <c:pt idx="183">
                  <c:v>14</c:v>
                </c:pt>
                <c:pt idx="184">
                  <c:v>17</c:v>
                </c:pt>
                <c:pt idx="185">
                  <c:v>17</c:v>
                </c:pt>
                <c:pt idx="186">
                  <c:v>16</c:v>
                </c:pt>
                <c:pt idx="187">
                  <c:v>12</c:v>
                </c:pt>
                <c:pt idx="188">
                  <c:v>9</c:v>
                </c:pt>
                <c:pt idx="189">
                  <c:v>21</c:v>
                </c:pt>
                <c:pt idx="190">
                  <c:v>14</c:v>
                </c:pt>
                <c:pt idx="191">
                  <c:v>17</c:v>
                </c:pt>
                <c:pt idx="192">
                  <c:v>27</c:v>
                </c:pt>
                <c:pt idx="193">
                  <c:v>18</c:v>
                </c:pt>
                <c:pt idx="194">
                  <c:v>24</c:v>
                </c:pt>
                <c:pt idx="195">
                  <c:v>29</c:v>
                </c:pt>
                <c:pt idx="196">
                  <c:v>26</c:v>
                </c:pt>
                <c:pt idx="197">
                  <c:v>26</c:v>
                </c:pt>
                <c:pt idx="198">
                  <c:v>32</c:v>
                </c:pt>
                <c:pt idx="199">
                  <c:v>29</c:v>
                </c:pt>
                <c:pt idx="200">
                  <c:v>25</c:v>
                </c:pt>
                <c:pt idx="201">
                  <c:v>31</c:v>
                </c:pt>
                <c:pt idx="202">
                  <c:v>25</c:v>
                </c:pt>
                <c:pt idx="203">
                  <c:v>41</c:v>
                </c:pt>
                <c:pt idx="204">
                  <c:v>31</c:v>
                </c:pt>
                <c:pt idx="205">
                  <c:v>39</c:v>
                </c:pt>
                <c:pt idx="206">
                  <c:v>42</c:v>
                </c:pt>
                <c:pt idx="207">
                  <c:v>28</c:v>
                </c:pt>
                <c:pt idx="208">
                  <c:v>29</c:v>
                </c:pt>
                <c:pt idx="209">
                  <c:v>34</c:v>
                </c:pt>
                <c:pt idx="210">
                  <c:v>33</c:v>
                </c:pt>
                <c:pt idx="211">
                  <c:v>42</c:v>
                </c:pt>
                <c:pt idx="212">
                  <c:v>43</c:v>
                </c:pt>
                <c:pt idx="213">
                  <c:v>35</c:v>
                </c:pt>
                <c:pt idx="214">
                  <c:v>36</c:v>
                </c:pt>
                <c:pt idx="215">
                  <c:v>39</c:v>
                </c:pt>
                <c:pt idx="216">
                  <c:v>35</c:v>
                </c:pt>
                <c:pt idx="217">
                  <c:v>38</c:v>
                </c:pt>
                <c:pt idx="218">
                  <c:v>37</c:v>
                </c:pt>
                <c:pt idx="219">
                  <c:v>30</c:v>
                </c:pt>
                <c:pt idx="220">
                  <c:v>45</c:v>
                </c:pt>
                <c:pt idx="221">
                  <c:v>32</c:v>
                </c:pt>
                <c:pt idx="222">
                  <c:v>41</c:v>
                </c:pt>
                <c:pt idx="223">
                  <c:v>41</c:v>
                </c:pt>
                <c:pt idx="224">
                  <c:v>42</c:v>
                </c:pt>
                <c:pt idx="225">
                  <c:v>28</c:v>
                </c:pt>
                <c:pt idx="226">
                  <c:v>39</c:v>
                </c:pt>
                <c:pt idx="227">
                  <c:v>41</c:v>
                </c:pt>
                <c:pt idx="228">
                  <c:v>38</c:v>
                </c:pt>
                <c:pt idx="229">
                  <c:v>39</c:v>
                </c:pt>
                <c:pt idx="230">
                  <c:v>41</c:v>
                </c:pt>
                <c:pt idx="231">
                  <c:v>32</c:v>
                </c:pt>
                <c:pt idx="232">
                  <c:v>28</c:v>
                </c:pt>
                <c:pt idx="233">
                  <c:v>38</c:v>
                </c:pt>
                <c:pt idx="234">
                  <c:v>35</c:v>
                </c:pt>
                <c:pt idx="235">
                  <c:v>24</c:v>
                </c:pt>
                <c:pt idx="236">
                  <c:v>30</c:v>
                </c:pt>
                <c:pt idx="237">
                  <c:v>39</c:v>
                </c:pt>
                <c:pt idx="238">
                  <c:v>46</c:v>
                </c:pt>
                <c:pt idx="239">
                  <c:v>36</c:v>
                </c:pt>
                <c:pt idx="240">
                  <c:v>44</c:v>
                </c:pt>
                <c:pt idx="241">
                  <c:v>42</c:v>
                </c:pt>
                <c:pt idx="242">
                  <c:v>46</c:v>
                </c:pt>
                <c:pt idx="243">
                  <c:v>55</c:v>
                </c:pt>
                <c:pt idx="244">
                  <c:v>53</c:v>
                </c:pt>
                <c:pt idx="245">
                  <c:v>64</c:v>
                </c:pt>
                <c:pt idx="246">
                  <c:v>57</c:v>
                </c:pt>
                <c:pt idx="247">
                  <c:v>37</c:v>
                </c:pt>
                <c:pt idx="248">
                  <c:v>55</c:v>
                </c:pt>
                <c:pt idx="249">
                  <c:v>59</c:v>
                </c:pt>
                <c:pt idx="250">
                  <c:v>60</c:v>
                </c:pt>
                <c:pt idx="251">
                  <c:v>55</c:v>
                </c:pt>
                <c:pt idx="252">
                  <c:v>54</c:v>
                </c:pt>
                <c:pt idx="253">
                  <c:v>64</c:v>
                </c:pt>
                <c:pt idx="254">
                  <c:v>47</c:v>
                </c:pt>
                <c:pt idx="255">
                  <c:v>66</c:v>
                </c:pt>
                <c:pt idx="256">
                  <c:v>69</c:v>
                </c:pt>
                <c:pt idx="257">
                  <c:v>52</c:v>
                </c:pt>
                <c:pt idx="258">
                  <c:v>65</c:v>
                </c:pt>
                <c:pt idx="259">
                  <c:v>75</c:v>
                </c:pt>
                <c:pt idx="260">
                  <c:v>64</c:v>
                </c:pt>
                <c:pt idx="261">
                  <c:v>75</c:v>
                </c:pt>
                <c:pt idx="262">
                  <c:v>43</c:v>
                </c:pt>
                <c:pt idx="263">
                  <c:v>74</c:v>
                </c:pt>
                <c:pt idx="264">
                  <c:v>48</c:v>
                </c:pt>
                <c:pt idx="265">
                  <c:v>54</c:v>
                </c:pt>
                <c:pt idx="266">
                  <c:v>52</c:v>
                </c:pt>
                <c:pt idx="267">
                  <c:v>46</c:v>
                </c:pt>
                <c:pt idx="268">
                  <c:v>46</c:v>
                </c:pt>
                <c:pt idx="269">
                  <c:v>49</c:v>
                </c:pt>
                <c:pt idx="270">
                  <c:v>42</c:v>
                </c:pt>
                <c:pt idx="271">
                  <c:v>58</c:v>
                </c:pt>
                <c:pt idx="272">
                  <c:v>65</c:v>
                </c:pt>
                <c:pt idx="273">
                  <c:v>58</c:v>
                </c:pt>
                <c:pt idx="274">
                  <c:v>57</c:v>
                </c:pt>
                <c:pt idx="275">
                  <c:v>61</c:v>
                </c:pt>
                <c:pt idx="276">
                  <c:v>67</c:v>
                </c:pt>
                <c:pt idx="277">
                  <c:v>69</c:v>
                </c:pt>
                <c:pt idx="278">
                  <c:v>53</c:v>
                </c:pt>
                <c:pt idx="279">
                  <c:v>69</c:v>
                </c:pt>
                <c:pt idx="280">
                  <c:v>61</c:v>
                </c:pt>
                <c:pt idx="281">
                  <c:v>46</c:v>
                </c:pt>
                <c:pt idx="282">
                  <c:v>52</c:v>
                </c:pt>
                <c:pt idx="283">
                  <c:v>53</c:v>
                </c:pt>
                <c:pt idx="284">
                  <c:v>49</c:v>
                </c:pt>
                <c:pt idx="285">
                  <c:v>53</c:v>
                </c:pt>
                <c:pt idx="286">
                  <c:v>49</c:v>
                </c:pt>
                <c:pt idx="287">
                  <c:v>55</c:v>
                </c:pt>
                <c:pt idx="288">
                  <c:v>47</c:v>
                </c:pt>
                <c:pt idx="289">
                  <c:v>50</c:v>
                </c:pt>
                <c:pt idx="290">
                  <c:v>41</c:v>
                </c:pt>
                <c:pt idx="291">
                  <c:v>44</c:v>
                </c:pt>
                <c:pt idx="292">
                  <c:v>33</c:v>
                </c:pt>
                <c:pt idx="293">
                  <c:v>31</c:v>
                </c:pt>
                <c:pt idx="294">
                  <c:v>30</c:v>
                </c:pt>
                <c:pt idx="295">
                  <c:v>29</c:v>
                </c:pt>
                <c:pt idx="296">
                  <c:v>31</c:v>
                </c:pt>
                <c:pt idx="297">
                  <c:v>31</c:v>
                </c:pt>
                <c:pt idx="298">
                  <c:v>19</c:v>
                </c:pt>
                <c:pt idx="299">
                  <c:v>26</c:v>
                </c:pt>
                <c:pt idx="300">
                  <c:v>24</c:v>
                </c:pt>
                <c:pt idx="301">
                  <c:v>23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AD3-4C3F-98DB-14B32608064A}"/>
            </c:ext>
          </c:extLst>
        </c:ser>
        <c:ser>
          <c:idx val="1"/>
          <c:order val="1"/>
          <c:tx>
            <c:strRef>
              <c:f>LDAU!$E$1</c:f>
              <c:strCache>
                <c:ptCount val="1"/>
                <c:pt idx="0">
                  <c:v>LWAU</c:v>
                </c:pt>
              </c:strCache>
            </c:strRef>
          </c:tx>
          <c:spPr>
            <a:ln w="22225" cap="rnd">
              <a:solidFill>
                <a:schemeClr val="accent2"/>
              </a:solidFill>
            </a:ln>
            <a:effectLst>
              <a:glow rad="139700">
                <a:schemeClr val="accent2">
                  <a:satMod val="175000"/>
                  <a:alpha val="14000"/>
                </a:schemeClr>
              </a:glow>
            </a:effectLst>
          </c:spPr>
          <c:marker>
            <c:symbol val="none"/>
          </c:marker>
          <c:dLbls>
            <c:dLbl>
              <c:idx val="256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FAD3-4C3F-98DB-14B32608064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50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LDAU!$A$2:$A$303</c:f>
              <c:numCache>
                <c:formatCode>m/d/yyyy</c:formatCode>
                <c:ptCount val="302"/>
                <c:pt idx="0">
                  <c:v>44745</c:v>
                </c:pt>
                <c:pt idx="1">
                  <c:v>44746</c:v>
                </c:pt>
                <c:pt idx="2">
                  <c:v>44747</c:v>
                </c:pt>
                <c:pt idx="3">
                  <c:v>44748</c:v>
                </c:pt>
                <c:pt idx="4">
                  <c:v>44749</c:v>
                </c:pt>
                <c:pt idx="5">
                  <c:v>44750</c:v>
                </c:pt>
                <c:pt idx="6">
                  <c:v>44751</c:v>
                </c:pt>
                <c:pt idx="7">
                  <c:v>44752</c:v>
                </c:pt>
                <c:pt idx="8">
                  <c:v>44753</c:v>
                </c:pt>
                <c:pt idx="9">
                  <c:v>44754</c:v>
                </c:pt>
                <c:pt idx="10">
                  <c:v>44755</c:v>
                </c:pt>
                <c:pt idx="11">
                  <c:v>44756</c:v>
                </c:pt>
                <c:pt idx="12">
                  <c:v>44757</c:v>
                </c:pt>
                <c:pt idx="13">
                  <c:v>44758</c:v>
                </c:pt>
                <c:pt idx="14">
                  <c:v>44759</c:v>
                </c:pt>
                <c:pt idx="15">
                  <c:v>44760</c:v>
                </c:pt>
                <c:pt idx="16">
                  <c:v>44761</c:v>
                </c:pt>
                <c:pt idx="17">
                  <c:v>44762</c:v>
                </c:pt>
                <c:pt idx="18">
                  <c:v>44763</c:v>
                </c:pt>
                <c:pt idx="19">
                  <c:v>44764</c:v>
                </c:pt>
                <c:pt idx="20">
                  <c:v>44765</c:v>
                </c:pt>
                <c:pt idx="21">
                  <c:v>44766</c:v>
                </c:pt>
                <c:pt idx="22">
                  <c:v>44767</c:v>
                </c:pt>
                <c:pt idx="23">
                  <c:v>44768</c:v>
                </c:pt>
                <c:pt idx="24">
                  <c:v>44769</c:v>
                </c:pt>
                <c:pt idx="25">
                  <c:v>44770</c:v>
                </c:pt>
                <c:pt idx="26">
                  <c:v>44771</c:v>
                </c:pt>
                <c:pt idx="27">
                  <c:v>44772</c:v>
                </c:pt>
                <c:pt idx="28">
                  <c:v>44773</c:v>
                </c:pt>
                <c:pt idx="29">
                  <c:v>44774</c:v>
                </c:pt>
                <c:pt idx="30">
                  <c:v>44775</c:v>
                </c:pt>
                <c:pt idx="31">
                  <c:v>44776</c:v>
                </c:pt>
                <c:pt idx="32">
                  <c:v>44777</c:v>
                </c:pt>
                <c:pt idx="33">
                  <c:v>44778</c:v>
                </c:pt>
                <c:pt idx="34">
                  <c:v>44779</c:v>
                </c:pt>
                <c:pt idx="35">
                  <c:v>44780</c:v>
                </c:pt>
                <c:pt idx="36">
                  <c:v>44781</c:v>
                </c:pt>
                <c:pt idx="37">
                  <c:v>44782</c:v>
                </c:pt>
                <c:pt idx="38">
                  <c:v>44783</c:v>
                </c:pt>
                <c:pt idx="39">
                  <c:v>44784</c:v>
                </c:pt>
                <c:pt idx="40">
                  <c:v>44785</c:v>
                </c:pt>
                <c:pt idx="41">
                  <c:v>44786</c:v>
                </c:pt>
                <c:pt idx="42">
                  <c:v>44787</c:v>
                </c:pt>
                <c:pt idx="43">
                  <c:v>44788</c:v>
                </c:pt>
                <c:pt idx="44">
                  <c:v>44789</c:v>
                </c:pt>
                <c:pt idx="45">
                  <c:v>44790</c:v>
                </c:pt>
                <c:pt idx="46">
                  <c:v>44791</c:v>
                </c:pt>
                <c:pt idx="47">
                  <c:v>44792</c:v>
                </c:pt>
                <c:pt idx="48">
                  <c:v>44793</c:v>
                </c:pt>
                <c:pt idx="49">
                  <c:v>44794</c:v>
                </c:pt>
                <c:pt idx="50">
                  <c:v>44795</c:v>
                </c:pt>
                <c:pt idx="51">
                  <c:v>44796</c:v>
                </c:pt>
                <c:pt idx="52">
                  <c:v>44797</c:v>
                </c:pt>
                <c:pt idx="53">
                  <c:v>44798</c:v>
                </c:pt>
                <c:pt idx="54">
                  <c:v>44799</c:v>
                </c:pt>
                <c:pt idx="55">
                  <c:v>44800</c:v>
                </c:pt>
                <c:pt idx="56">
                  <c:v>44801</c:v>
                </c:pt>
                <c:pt idx="57">
                  <c:v>44802</c:v>
                </c:pt>
                <c:pt idx="58">
                  <c:v>44803</c:v>
                </c:pt>
                <c:pt idx="59">
                  <c:v>44804</c:v>
                </c:pt>
                <c:pt idx="60">
                  <c:v>44805</c:v>
                </c:pt>
                <c:pt idx="61">
                  <c:v>44806</c:v>
                </c:pt>
                <c:pt idx="62">
                  <c:v>44807</c:v>
                </c:pt>
                <c:pt idx="63">
                  <c:v>44808</c:v>
                </c:pt>
                <c:pt idx="64">
                  <c:v>44809</c:v>
                </c:pt>
                <c:pt idx="65">
                  <c:v>44810</c:v>
                </c:pt>
                <c:pt idx="66">
                  <c:v>44811</c:v>
                </c:pt>
                <c:pt idx="67">
                  <c:v>44812</c:v>
                </c:pt>
                <c:pt idx="68">
                  <c:v>44813</c:v>
                </c:pt>
                <c:pt idx="69">
                  <c:v>44814</c:v>
                </c:pt>
                <c:pt idx="70">
                  <c:v>44815</c:v>
                </c:pt>
                <c:pt idx="71">
                  <c:v>44816</c:v>
                </c:pt>
                <c:pt idx="72">
                  <c:v>44817</c:v>
                </c:pt>
                <c:pt idx="73">
                  <c:v>44818</c:v>
                </c:pt>
                <c:pt idx="74">
                  <c:v>44819</c:v>
                </c:pt>
                <c:pt idx="75">
                  <c:v>44820</c:v>
                </c:pt>
                <c:pt idx="76">
                  <c:v>44821</c:v>
                </c:pt>
                <c:pt idx="77">
                  <c:v>44822</c:v>
                </c:pt>
                <c:pt idx="78">
                  <c:v>44823</c:v>
                </c:pt>
                <c:pt idx="79">
                  <c:v>44824</c:v>
                </c:pt>
                <c:pt idx="80">
                  <c:v>44825</c:v>
                </c:pt>
                <c:pt idx="81">
                  <c:v>44826</c:v>
                </c:pt>
                <c:pt idx="82">
                  <c:v>44827</c:v>
                </c:pt>
                <c:pt idx="83">
                  <c:v>44828</c:v>
                </c:pt>
                <c:pt idx="84">
                  <c:v>44829</c:v>
                </c:pt>
                <c:pt idx="85">
                  <c:v>44830</c:v>
                </c:pt>
                <c:pt idx="86">
                  <c:v>44831</c:v>
                </c:pt>
                <c:pt idx="87">
                  <c:v>44832</c:v>
                </c:pt>
                <c:pt idx="88">
                  <c:v>44833</c:v>
                </c:pt>
                <c:pt idx="89">
                  <c:v>44834</c:v>
                </c:pt>
                <c:pt idx="90">
                  <c:v>44835</c:v>
                </c:pt>
                <c:pt idx="91">
                  <c:v>44836</c:v>
                </c:pt>
                <c:pt idx="92">
                  <c:v>44837</c:v>
                </c:pt>
                <c:pt idx="93">
                  <c:v>44838</c:v>
                </c:pt>
                <c:pt idx="94">
                  <c:v>44839</c:v>
                </c:pt>
                <c:pt idx="95">
                  <c:v>44840</c:v>
                </c:pt>
                <c:pt idx="96">
                  <c:v>44841</c:v>
                </c:pt>
                <c:pt idx="97">
                  <c:v>44842</c:v>
                </c:pt>
                <c:pt idx="98">
                  <c:v>44843</c:v>
                </c:pt>
                <c:pt idx="99">
                  <c:v>44844</c:v>
                </c:pt>
                <c:pt idx="100">
                  <c:v>44845</c:v>
                </c:pt>
                <c:pt idx="101">
                  <c:v>44846</c:v>
                </c:pt>
                <c:pt idx="102">
                  <c:v>44847</c:v>
                </c:pt>
                <c:pt idx="103">
                  <c:v>44848</c:v>
                </c:pt>
                <c:pt idx="104">
                  <c:v>44849</c:v>
                </c:pt>
                <c:pt idx="105">
                  <c:v>44850</c:v>
                </c:pt>
                <c:pt idx="106">
                  <c:v>44851</c:v>
                </c:pt>
                <c:pt idx="107">
                  <c:v>44852</c:v>
                </c:pt>
                <c:pt idx="108">
                  <c:v>44853</c:v>
                </c:pt>
                <c:pt idx="109">
                  <c:v>44854</c:v>
                </c:pt>
                <c:pt idx="110">
                  <c:v>44855</c:v>
                </c:pt>
                <c:pt idx="111">
                  <c:v>44856</c:v>
                </c:pt>
                <c:pt idx="112">
                  <c:v>44857</c:v>
                </c:pt>
                <c:pt idx="113">
                  <c:v>44858</c:v>
                </c:pt>
                <c:pt idx="114">
                  <c:v>44859</c:v>
                </c:pt>
                <c:pt idx="115">
                  <c:v>44860</c:v>
                </c:pt>
                <c:pt idx="116">
                  <c:v>44861</c:v>
                </c:pt>
                <c:pt idx="117">
                  <c:v>44862</c:v>
                </c:pt>
                <c:pt idx="118">
                  <c:v>44863</c:v>
                </c:pt>
                <c:pt idx="119">
                  <c:v>44864</c:v>
                </c:pt>
                <c:pt idx="120">
                  <c:v>44865</c:v>
                </c:pt>
                <c:pt idx="121">
                  <c:v>44866</c:v>
                </c:pt>
                <c:pt idx="122">
                  <c:v>44867</c:v>
                </c:pt>
                <c:pt idx="123">
                  <c:v>44868</c:v>
                </c:pt>
                <c:pt idx="124">
                  <c:v>44869</c:v>
                </c:pt>
                <c:pt idx="125">
                  <c:v>44870</c:v>
                </c:pt>
                <c:pt idx="126">
                  <c:v>44871</c:v>
                </c:pt>
                <c:pt idx="127">
                  <c:v>44872</c:v>
                </c:pt>
                <c:pt idx="128">
                  <c:v>44873</c:v>
                </c:pt>
                <c:pt idx="129">
                  <c:v>44874</c:v>
                </c:pt>
                <c:pt idx="130">
                  <c:v>44875</c:v>
                </c:pt>
                <c:pt idx="131">
                  <c:v>44876</c:v>
                </c:pt>
                <c:pt idx="132">
                  <c:v>44877</c:v>
                </c:pt>
                <c:pt idx="133">
                  <c:v>44878</c:v>
                </c:pt>
                <c:pt idx="134">
                  <c:v>44879</c:v>
                </c:pt>
                <c:pt idx="135">
                  <c:v>44880</c:v>
                </c:pt>
                <c:pt idx="136">
                  <c:v>44881</c:v>
                </c:pt>
                <c:pt idx="137">
                  <c:v>44882</c:v>
                </c:pt>
                <c:pt idx="138">
                  <c:v>44883</c:v>
                </c:pt>
                <c:pt idx="139">
                  <c:v>44884</c:v>
                </c:pt>
                <c:pt idx="140">
                  <c:v>44885</c:v>
                </c:pt>
                <c:pt idx="141">
                  <c:v>44886</c:v>
                </c:pt>
                <c:pt idx="142">
                  <c:v>44887</c:v>
                </c:pt>
                <c:pt idx="143">
                  <c:v>44888</c:v>
                </c:pt>
                <c:pt idx="144">
                  <c:v>44889</c:v>
                </c:pt>
                <c:pt idx="145">
                  <c:v>44890</c:v>
                </c:pt>
                <c:pt idx="146">
                  <c:v>44891</c:v>
                </c:pt>
                <c:pt idx="147">
                  <c:v>44892</c:v>
                </c:pt>
                <c:pt idx="148">
                  <c:v>44893</c:v>
                </c:pt>
                <c:pt idx="149">
                  <c:v>44894</c:v>
                </c:pt>
                <c:pt idx="150">
                  <c:v>44895</c:v>
                </c:pt>
                <c:pt idx="151">
                  <c:v>44896</c:v>
                </c:pt>
                <c:pt idx="152">
                  <c:v>44897</c:v>
                </c:pt>
                <c:pt idx="153">
                  <c:v>44898</c:v>
                </c:pt>
                <c:pt idx="154">
                  <c:v>44899</c:v>
                </c:pt>
                <c:pt idx="155">
                  <c:v>44900</c:v>
                </c:pt>
                <c:pt idx="156">
                  <c:v>44901</c:v>
                </c:pt>
                <c:pt idx="157">
                  <c:v>44902</c:v>
                </c:pt>
                <c:pt idx="158">
                  <c:v>44903</c:v>
                </c:pt>
                <c:pt idx="159">
                  <c:v>44904</c:v>
                </c:pt>
                <c:pt idx="160">
                  <c:v>44905</c:v>
                </c:pt>
                <c:pt idx="161">
                  <c:v>44906</c:v>
                </c:pt>
                <c:pt idx="162">
                  <c:v>44907</c:v>
                </c:pt>
                <c:pt idx="163">
                  <c:v>44908</c:v>
                </c:pt>
                <c:pt idx="164">
                  <c:v>44909</c:v>
                </c:pt>
                <c:pt idx="165">
                  <c:v>44910</c:v>
                </c:pt>
                <c:pt idx="166">
                  <c:v>44911</c:v>
                </c:pt>
                <c:pt idx="167">
                  <c:v>44912</c:v>
                </c:pt>
                <c:pt idx="168">
                  <c:v>44913</c:v>
                </c:pt>
                <c:pt idx="169">
                  <c:v>44914</c:v>
                </c:pt>
                <c:pt idx="170">
                  <c:v>44915</c:v>
                </c:pt>
                <c:pt idx="171">
                  <c:v>44916</c:v>
                </c:pt>
                <c:pt idx="172">
                  <c:v>44917</c:v>
                </c:pt>
                <c:pt idx="173">
                  <c:v>44918</c:v>
                </c:pt>
                <c:pt idx="174">
                  <c:v>44919</c:v>
                </c:pt>
                <c:pt idx="175">
                  <c:v>44920</c:v>
                </c:pt>
                <c:pt idx="176">
                  <c:v>44921</c:v>
                </c:pt>
                <c:pt idx="177">
                  <c:v>44922</c:v>
                </c:pt>
                <c:pt idx="178">
                  <c:v>44923</c:v>
                </c:pt>
                <c:pt idx="179">
                  <c:v>44924</c:v>
                </c:pt>
                <c:pt idx="180">
                  <c:v>44925</c:v>
                </c:pt>
                <c:pt idx="181">
                  <c:v>44926</c:v>
                </c:pt>
                <c:pt idx="182">
                  <c:v>44927</c:v>
                </c:pt>
                <c:pt idx="183">
                  <c:v>44928</c:v>
                </c:pt>
                <c:pt idx="184">
                  <c:v>44929</c:v>
                </c:pt>
                <c:pt idx="185">
                  <c:v>44930</c:v>
                </c:pt>
                <c:pt idx="186">
                  <c:v>44931</c:v>
                </c:pt>
                <c:pt idx="187">
                  <c:v>44932</c:v>
                </c:pt>
                <c:pt idx="188">
                  <c:v>44933</c:v>
                </c:pt>
                <c:pt idx="189">
                  <c:v>44934</c:v>
                </c:pt>
                <c:pt idx="190">
                  <c:v>44935</c:v>
                </c:pt>
                <c:pt idx="191">
                  <c:v>44936</c:v>
                </c:pt>
                <c:pt idx="192">
                  <c:v>44937</c:v>
                </c:pt>
                <c:pt idx="193">
                  <c:v>44938</c:v>
                </c:pt>
                <c:pt idx="194">
                  <c:v>44939</c:v>
                </c:pt>
                <c:pt idx="195">
                  <c:v>44940</c:v>
                </c:pt>
                <c:pt idx="196">
                  <c:v>44941</c:v>
                </c:pt>
                <c:pt idx="197">
                  <c:v>44942</c:v>
                </c:pt>
                <c:pt idx="198">
                  <c:v>44943</c:v>
                </c:pt>
                <c:pt idx="199">
                  <c:v>44944</c:v>
                </c:pt>
                <c:pt idx="200">
                  <c:v>44945</c:v>
                </c:pt>
                <c:pt idx="201">
                  <c:v>44946</c:v>
                </c:pt>
                <c:pt idx="202">
                  <c:v>44947</c:v>
                </c:pt>
                <c:pt idx="203">
                  <c:v>44948</c:v>
                </c:pt>
                <c:pt idx="204">
                  <c:v>44949</c:v>
                </c:pt>
                <c:pt idx="205">
                  <c:v>44950</c:v>
                </c:pt>
                <c:pt idx="206">
                  <c:v>44951</c:v>
                </c:pt>
                <c:pt idx="207">
                  <c:v>44952</c:v>
                </c:pt>
                <c:pt idx="208">
                  <c:v>44953</c:v>
                </c:pt>
                <c:pt idx="209">
                  <c:v>44954</c:v>
                </c:pt>
                <c:pt idx="210">
                  <c:v>44955</c:v>
                </c:pt>
                <c:pt idx="211">
                  <c:v>44956</c:v>
                </c:pt>
                <c:pt idx="212">
                  <c:v>44957</c:v>
                </c:pt>
                <c:pt idx="213">
                  <c:v>44958</c:v>
                </c:pt>
                <c:pt idx="214">
                  <c:v>44959</c:v>
                </c:pt>
                <c:pt idx="215">
                  <c:v>44960</c:v>
                </c:pt>
                <c:pt idx="216">
                  <c:v>44961</c:v>
                </c:pt>
                <c:pt idx="217">
                  <c:v>44962</c:v>
                </c:pt>
                <c:pt idx="218">
                  <c:v>44963</c:v>
                </c:pt>
                <c:pt idx="219">
                  <c:v>44964</c:v>
                </c:pt>
                <c:pt idx="220">
                  <c:v>44965</c:v>
                </c:pt>
                <c:pt idx="221">
                  <c:v>44966</c:v>
                </c:pt>
                <c:pt idx="222">
                  <c:v>44967</c:v>
                </c:pt>
                <c:pt idx="223">
                  <c:v>44968</c:v>
                </c:pt>
                <c:pt idx="224">
                  <c:v>44969</c:v>
                </c:pt>
                <c:pt idx="225">
                  <c:v>44970</c:v>
                </c:pt>
                <c:pt idx="226">
                  <c:v>44971</c:v>
                </c:pt>
                <c:pt idx="227">
                  <c:v>44972</c:v>
                </c:pt>
                <c:pt idx="228">
                  <c:v>44973</c:v>
                </c:pt>
                <c:pt idx="229">
                  <c:v>44974</c:v>
                </c:pt>
                <c:pt idx="230">
                  <c:v>44975</c:v>
                </c:pt>
                <c:pt idx="231">
                  <c:v>44976</c:v>
                </c:pt>
                <c:pt idx="232">
                  <c:v>44977</c:v>
                </c:pt>
                <c:pt idx="233">
                  <c:v>44978</c:v>
                </c:pt>
                <c:pt idx="234">
                  <c:v>44979</c:v>
                </c:pt>
                <c:pt idx="235">
                  <c:v>44980</c:v>
                </c:pt>
                <c:pt idx="236">
                  <c:v>44981</c:v>
                </c:pt>
                <c:pt idx="237">
                  <c:v>44982</c:v>
                </c:pt>
                <c:pt idx="238">
                  <c:v>44983</c:v>
                </c:pt>
                <c:pt idx="239">
                  <c:v>44984</c:v>
                </c:pt>
                <c:pt idx="240">
                  <c:v>44985</c:v>
                </c:pt>
                <c:pt idx="241">
                  <c:v>44986</c:v>
                </c:pt>
                <c:pt idx="242">
                  <c:v>44987</c:v>
                </c:pt>
                <c:pt idx="243">
                  <c:v>44988</c:v>
                </c:pt>
                <c:pt idx="244">
                  <c:v>44989</c:v>
                </c:pt>
                <c:pt idx="245">
                  <c:v>44990</c:v>
                </c:pt>
                <c:pt idx="246">
                  <c:v>44991</c:v>
                </c:pt>
                <c:pt idx="247">
                  <c:v>44992</c:v>
                </c:pt>
                <c:pt idx="248">
                  <c:v>44993</c:v>
                </c:pt>
                <c:pt idx="249">
                  <c:v>44994</c:v>
                </c:pt>
                <c:pt idx="250">
                  <c:v>44995</c:v>
                </c:pt>
                <c:pt idx="251">
                  <c:v>44996</c:v>
                </c:pt>
                <c:pt idx="252">
                  <c:v>44997</c:v>
                </c:pt>
                <c:pt idx="253">
                  <c:v>44998</c:v>
                </c:pt>
                <c:pt idx="254">
                  <c:v>44999</c:v>
                </c:pt>
                <c:pt idx="255">
                  <c:v>45000</c:v>
                </c:pt>
                <c:pt idx="256">
                  <c:v>45001</c:v>
                </c:pt>
                <c:pt idx="257">
                  <c:v>45002</c:v>
                </c:pt>
                <c:pt idx="258">
                  <c:v>45003</c:v>
                </c:pt>
                <c:pt idx="259">
                  <c:v>45004</c:v>
                </c:pt>
                <c:pt idx="260">
                  <c:v>45005</c:v>
                </c:pt>
                <c:pt idx="261">
                  <c:v>45006</c:v>
                </c:pt>
                <c:pt idx="262">
                  <c:v>45007</c:v>
                </c:pt>
                <c:pt idx="263">
                  <c:v>45008</c:v>
                </c:pt>
                <c:pt idx="264">
                  <c:v>45009</c:v>
                </c:pt>
                <c:pt idx="265">
                  <c:v>45010</c:v>
                </c:pt>
                <c:pt idx="266">
                  <c:v>45011</c:v>
                </c:pt>
                <c:pt idx="267">
                  <c:v>45012</c:v>
                </c:pt>
                <c:pt idx="268">
                  <c:v>45013</c:v>
                </c:pt>
                <c:pt idx="269">
                  <c:v>45014</c:v>
                </c:pt>
                <c:pt idx="270">
                  <c:v>45015</c:v>
                </c:pt>
                <c:pt idx="271">
                  <c:v>45016</c:v>
                </c:pt>
                <c:pt idx="272">
                  <c:v>45017</c:v>
                </c:pt>
                <c:pt idx="273">
                  <c:v>45018</c:v>
                </c:pt>
                <c:pt idx="274">
                  <c:v>45019</c:v>
                </c:pt>
                <c:pt idx="275">
                  <c:v>45020</c:v>
                </c:pt>
                <c:pt idx="276">
                  <c:v>45021</c:v>
                </c:pt>
                <c:pt idx="277">
                  <c:v>45022</c:v>
                </c:pt>
                <c:pt idx="278">
                  <c:v>45023</c:v>
                </c:pt>
                <c:pt idx="279">
                  <c:v>45024</c:v>
                </c:pt>
                <c:pt idx="280">
                  <c:v>45025</c:v>
                </c:pt>
                <c:pt idx="281">
                  <c:v>45026</c:v>
                </c:pt>
                <c:pt idx="282">
                  <c:v>45027</c:v>
                </c:pt>
                <c:pt idx="283">
                  <c:v>45028</c:v>
                </c:pt>
                <c:pt idx="284">
                  <c:v>45029</c:v>
                </c:pt>
                <c:pt idx="285">
                  <c:v>45030</c:v>
                </c:pt>
                <c:pt idx="286">
                  <c:v>45031</c:v>
                </c:pt>
                <c:pt idx="287">
                  <c:v>45032</c:v>
                </c:pt>
                <c:pt idx="288">
                  <c:v>45033</c:v>
                </c:pt>
                <c:pt idx="289">
                  <c:v>45034</c:v>
                </c:pt>
                <c:pt idx="290">
                  <c:v>45035</c:v>
                </c:pt>
                <c:pt idx="291">
                  <c:v>45036</c:v>
                </c:pt>
                <c:pt idx="292">
                  <c:v>45037</c:v>
                </c:pt>
                <c:pt idx="293">
                  <c:v>45038</c:v>
                </c:pt>
                <c:pt idx="294">
                  <c:v>45039</c:v>
                </c:pt>
                <c:pt idx="295">
                  <c:v>45040</c:v>
                </c:pt>
                <c:pt idx="296">
                  <c:v>45041</c:v>
                </c:pt>
                <c:pt idx="297">
                  <c:v>45042</c:v>
                </c:pt>
                <c:pt idx="298">
                  <c:v>45043</c:v>
                </c:pt>
                <c:pt idx="299">
                  <c:v>45044</c:v>
                </c:pt>
                <c:pt idx="300">
                  <c:v>45045</c:v>
                </c:pt>
                <c:pt idx="301">
                  <c:v>45046</c:v>
                </c:pt>
              </c:numCache>
            </c:numRef>
          </c:cat>
          <c:val>
            <c:numRef>
              <c:f>LDAU!$E$2:$E$303</c:f>
              <c:numCache>
                <c:formatCode>General</c:formatCode>
                <c:ptCount val="302"/>
                <c:pt idx="0">
                  <c:v>1</c:v>
                </c:pt>
                <c:pt idx="1">
                  <c:v>21</c:v>
                </c:pt>
                <c:pt idx="2">
                  <c:v>21</c:v>
                </c:pt>
                <c:pt idx="3">
                  <c:v>21</c:v>
                </c:pt>
                <c:pt idx="4">
                  <c:v>21</c:v>
                </c:pt>
                <c:pt idx="5">
                  <c:v>21</c:v>
                </c:pt>
                <c:pt idx="6">
                  <c:v>21</c:v>
                </c:pt>
                <c:pt idx="7">
                  <c:v>21</c:v>
                </c:pt>
                <c:pt idx="8">
                  <c:v>31</c:v>
                </c:pt>
                <c:pt idx="9">
                  <c:v>31</c:v>
                </c:pt>
                <c:pt idx="10">
                  <c:v>31</c:v>
                </c:pt>
                <c:pt idx="11">
                  <c:v>31</c:v>
                </c:pt>
                <c:pt idx="12">
                  <c:v>31</c:v>
                </c:pt>
                <c:pt idx="13">
                  <c:v>31</c:v>
                </c:pt>
                <c:pt idx="14">
                  <c:v>31</c:v>
                </c:pt>
                <c:pt idx="15">
                  <c:v>49</c:v>
                </c:pt>
                <c:pt idx="16">
                  <c:v>49</c:v>
                </c:pt>
                <c:pt idx="17">
                  <c:v>49</c:v>
                </c:pt>
                <c:pt idx="18">
                  <c:v>49</c:v>
                </c:pt>
                <c:pt idx="19">
                  <c:v>49</c:v>
                </c:pt>
                <c:pt idx="20">
                  <c:v>49</c:v>
                </c:pt>
                <c:pt idx="21">
                  <c:v>49</c:v>
                </c:pt>
                <c:pt idx="22">
                  <c:v>73</c:v>
                </c:pt>
                <c:pt idx="23">
                  <c:v>73</c:v>
                </c:pt>
                <c:pt idx="24">
                  <c:v>73</c:v>
                </c:pt>
                <c:pt idx="25">
                  <c:v>73</c:v>
                </c:pt>
                <c:pt idx="26">
                  <c:v>73</c:v>
                </c:pt>
                <c:pt idx="27">
                  <c:v>73</c:v>
                </c:pt>
                <c:pt idx="28">
                  <c:v>73</c:v>
                </c:pt>
                <c:pt idx="29">
                  <c:v>85</c:v>
                </c:pt>
                <c:pt idx="30">
                  <c:v>85</c:v>
                </c:pt>
                <c:pt idx="31">
                  <c:v>85</c:v>
                </c:pt>
                <c:pt idx="32">
                  <c:v>85</c:v>
                </c:pt>
                <c:pt idx="33">
                  <c:v>85</c:v>
                </c:pt>
                <c:pt idx="34">
                  <c:v>85</c:v>
                </c:pt>
                <c:pt idx="35">
                  <c:v>85</c:v>
                </c:pt>
                <c:pt idx="36">
                  <c:v>79</c:v>
                </c:pt>
                <c:pt idx="37">
                  <c:v>79</c:v>
                </c:pt>
                <c:pt idx="38">
                  <c:v>79</c:v>
                </c:pt>
                <c:pt idx="39">
                  <c:v>79</c:v>
                </c:pt>
                <c:pt idx="40">
                  <c:v>79</c:v>
                </c:pt>
                <c:pt idx="41">
                  <c:v>79</c:v>
                </c:pt>
                <c:pt idx="42">
                  <c:v>79</c:v>
                </c:pt>
                <c:pt idx="43">
                  <c:v>88</c:v>
                </c:pt>
                <c:pt idx="44">
                  <c:v>88</c:v>
                </c:pt>
                <c:pt idx="45">
                  <c:v>88</c:v>
                </c:pt>
                <c:pt idx="46">
                  <c:v>88</c:v>
                </c:pt>
                <c:pt idx="47">
                  <c:v>88</c:v>
                </c:pt>
                <c:pt idx="48">
                  <c:v>88</c:v>
                </c:pt>
                <c:pt idx="49">
                  <c:v>88</c:v>
                </c:pt>
                <c:pt idx="50">
                  <c:v>88</c:v>
                </c:pt>
                <c:pt idx="51">
                  <c:v>88</c:v>
                </c:pt>
                <c:pt idx="52">
                  <c:v>88</c:v>
                </c:pt>
                <c:pt idx="53">
                  <c:v>88</c:v>
                </c:pt>
                <c:pt idx="54">
                  <c:v>88</c:v>
                </c:pt>
                <c:pt idx="55">
                  <c:v>88</c:v>
                </c:pt>
                <c:pt idx="56">
                  <c:v>88</c:v>
                </c:pt>
                <c:pt idx="57">
                  <c:v>74</c:v>
                </c:pt>
                <c:pt idx="58">
                  <c:v>74</c:v>
                </c:pt>
                <c:pt idx="59">
                  <c:v>74</c:v>
                </c:pt>
                <c:pt idx="60">
                  <c:v>74</c:v>
                </c:pt>
                <c:pt idx="61">
                  <c:v>74</c:v>
                </c:pt>
                <c:pt idx="62">
                  <c:v>74</c:v>
                </c:pt>
                <c:pt idx="63">
                  <c:v>74</c:v>
                </c:pt>
                <c:pt idx="64">
                  <c:v>76</c:v>
                </c:pt>
                <c:pt idx="65">
                  <c:v>76</c:v>
                </c:pt>
                <c:pt idx="66">
                  <c:v>76</c:v>
                </c:pt>
                <c:pt idx="67">
                  <c:v>76</c:v>
                </c:pt>
                <c:pt idx="68">
                  <c:v>76</c:v>
                </c:pt>
                <c:pt idx="69">
                  <c:v>76</c:v>
                </c:pt>
                <c:pt idx="70">
                  <c:v>76</c:v>
                </c:pt>
                <c:pt idx="71">
                  <c:v>77</c:v>
                </c:pt>
                <c:pt idx="72">
                  <c:v>77</c:v>
                </c:pt>
                <c:pt idx="73">
                  <c:v>77</c:v>
                </c:pt>
                <c:pt idx="74">
                  <c:v>77</c:v>
                </c:pt>
                <c:pt idx="75">
                  <c:v>77</c:v>
                </c:pt>
                <c:pt idx="76">
                  <c:v>77</c:v>
                </c:pt>
                <c:pt idx="77">
                  <c:v>77</c:v>
                </c:pt>
                <c:pt idx="78">
                  <c:v>78</c:v>
                </c:pt>
                <c:pt idx="79">
                  <c:v>78</c:v>
                </c:pt>
                <c:pt idx="80">
                  <c:v>78</c:v>
                </c:pt>
                <c:pt idx="81">
                  <c:v>78</c:v>
                </c:pt>
                <c:pt idx="82">
                  <c:v>78</c:v>
                </c:pt>
                <c:pt idx="83">
                  <c:v>78</c:v>
                </c:pt>
                <c:pt idx="84">
                  <c:v>78</c:v>
                </c:pt>
                <c:pt idx="85">
                  <c:v>69</c:v>
                </c:pt>
                <c:pt idx="86">
                  <c:v>69</c:v>
                </c:pt>
                <c:pt idx="87">
                  <c:v>69</c:v>
                </c:pt>
                <c:pt idx="88">
                  <c:v>69</c:v>
                </c:pt>
                <c:pt idx="89">
                  <c:v>69</c:v>
                </c:pt>
                <c:pt idx="90">
                  <c:v>69</c:v>
                </c:pt>
                <c:pt idx="91">
                  <c:v>69</c:v>
                </c:pt>
                <c:pt idx="92">
                  <c:v>66</c:v>
                </c:pt>
                <c:pt idx="93">
                  <c:v>66</c:v>
                </c:pt>
                <c:pt idx="94">
                  <c:v>66</c:v>
                </c:pt>
                <c:pt idx="95">
                  <c:v>66</c:v>
                </c:pt>
                <c:pt idx="96">
                  <c:v>66</c:v>
                </c:pt>
                <c:pt idx="97">
                  <c:v>66</c:v>
                </c:pt>
                <c:pt idx="98">
                  <c:v>66</c:v>
                </c:pt>
                <c:pt idx="99">
                  <c:v>71</c:v>
                </c:pt>
                <c:pt idx="100">
                  <c:v>71</c:v>
                </c:pt>
                <c:pt idx="101">
                  <c:v>71</c:v>
                </c:pt>
                <c:pt idx="102">
                  <c:v>71</c:v>
                </c:pt>
                <c:pt idx="103">
                  <c:v>71</c:v>
                </c:pt>
                <c:pt idx="104">
                  <c:v>71</c:v>
                </c:pt>
                <c:pt idx="105">
                  <c:v>71</c:v>
                </c:pt>
                <c:pt idx="106">
                  <c:v>63</c:v>
                </c:pt>
                <c:pt idx="107">
                  <c:v>63</c:v>
                </c:pt>
                <c:pt idx="108">
                  <c:v>63</c:v>
                </c:pt>
                <c:pt idx="109">
                  <c:v>63</c:v>
                </c:pt>
                <c:pt idx="110">
                  <c:v>63</c:v>
                </c:pt>
                <c:pt idx="111">
                  <c:v>63</c:v>
                </c:pt>
                <c:pt idx="112">
                  <c:v>63</c:v>
                </c:pt>
                <c:pt idx="113">
                  <c:v>67</c:v>
                </c:pt>
                <c:pt idx="114">
                  <c:v>67</c:v>
                </c:pt>
                <c:pt idx="115">
                  <c:v>67</c:v>
                </c:pt>
                <c:pt idx="116">
                  <c:v>67</c:v>
                </c:pt>
                <c:pt idx="117">
                  <c:v>67</c:v>
                </c:pt>
                <c:pt idx="118">
                  <c:v>67</c:v>
                </c:pt>
                <c:pt idx="119">
                  <c:v>67</c:v>
                </c:pt>
                <c:pt idx="120">
                  <c:v>71</c:v>
                </c:pt>
                <c:pt idx="121">
                  <c:v>71</c:v>
                </c:pt>
                <c:pt idx="122">
                  <c:v>71</c:v>
                </c:pt>
                <c:pt idx="123">
                  <c:v>71</c:v>
                </c:pt>
                <c:pt idx="124">
                  <c:v>71</c:v>
                </c:pt>
                <c:pt idx="125">
                  <c:v>71</c:v>
                </c:pt>
                <c:pt idx="126">
                  <c:v>71</c:v>
                </c:pt>
                <c:pt idx="127">
                  <c:v>74</c:v>
                </c:pt>
                <c:pt idx="128">
                  <c:v>74</c:v>
                </c:pt>
                <c:pt idx="129">
                  <c:v>74</c:v>
                </c:pt>
                <c:pt idx="130">
                  <c:v>74</c:v>
                </c:pt>
                <c:pt idx="131">
                  <c:v>74</c:v>
                </c:pt>
                <c:pt idx="132">
                  <c:v>74</c:v>
                </c:pt>
                <c:pt idx="133">
                  <c:v>74</c:v>
                </c:pt>
                <c:pt idx="134">
                  <c:v>72</c:v>
                </c:pt>
                <c:pt idx="135">
                  <c:v>72</c:v>
                </c:pt>
                <c:pt idx="136">
                  <c:v>72</c:v>
                </c:pt>
                <c:pt idx="137">
                  <c:v>72</c:v>
                </c:pt>
                <c:pt idx="138">
                  <c:v>72</c:v>
                </c:pt>
                <c:pt idx="139">
                  <c:v>72</c:v>
                </c:pt>
                <c:pt idx="140">
                  <c:v>72</c:v>
                </c:pt>
                <c:pt idx="141">
                  <c:v>65</c:v>
                </c:pt>
                <c:pt idx="142">
                  <c:v>65</c:v>
                </c:pt>
                <c:pt idx="143">
                  <c:v>65</c:v>
                </c:pt>
                <c:pt idx="144">
                  <c:v>65</c:v>
                </c:pt>
                <c:pt idx="145">
                  <c:v>65</c:v>
                </c:pt>
                <c:pt idx="146">
                  <c:v>65</c:v>
                </c:pt>
                <c:pt idx="147">
                  <c:v>65</c:v>
                </c:pt>
                <c:pt idx="148">
                  <c:v>55</c:v>
                </c:pt>
                <c:pt idx="149">
                  <c:v>55</c:v>
                </c:pt>
                <c:pt idx="150">
                  <c:v>55</c:v>
                </c:pt>
                <c:pt idx="151">
                  <c:v>55</c:v>
                </c:pt>
                <c:pt idx="152">
                  <c:v>55</c:v>
                </c:pt>
                <c:pt idx="153">
                  <c:v>55</c:v>
                </c:pt>
                <c:pt idx="154">
                  <c:v>55</c:v>
                </c:pt>
                <c:pt idx="155">
                  <c:v>60</c:v>
                </c:pt>
                <c:pt idx="156">
                  <c:v>60</c:v>
                </c:pt>
                <c:pt idx="157">
                  <c:v>60</c:v>
                </c:pt>
                <c:pt idx="158">
                  <c:v>60</c:v>
                </c:pt>
                <c:pt idx="159">
                  <c:v>60</c:v>
                </c:pt>
                <c:pt idx="160">
                  <c:v>60</c:v>
                </c:pt>
                <c:pt idx="161">
                  <c:v>60</c:v>
                </c:pt>
                <c:pt idx="162">
                  <c:v>55</c:v>
                </c:pt>
                <c:pt idx="163">
                  <c:v>55</c:v>
                </c:pt>
                <c:pt idx="164">
                  <c:v>55</c:v>
                </c:pt>
                <c:pt idx="165">
                  <c:v>55</c:v>
                </c:pt>
                <c:pt idx="166">
                  <c:v>55</c:v>
                </c:pt>
                <c:pt idx="167">
                  <c:v>55</c:v>
                </c:pt>
                <c:pt idx="168">
                  <c:v>55</c:v>
                </c:pt>
                <c:pt idx="169">
                  <c:v>50</c:v>
                </c:pt>
                <c:pt idx="170">
                  <c:v>50</c:v>
                </c:pt>
                <c:pt idx="171">
                  <c:v>50</c:v>
                </c:pt>
                <c:pt idx="172">
                  <c:v>50</c:v>
                </c:pt>
                <c:pt idx="173">
                  <c:v>50</c:v>
                </c:pt>
                <c:pt idx="174">
                  <c:v>50</c:v>
                </c:pt>
                <c:pt idx="175">
                  <c:v>50</c:v>
                </c:pt>
                <c:pt idx="176">
                  <c:v>56</c:v>
                </c:pt>
                <c:pt idx="177">
                  <c:v>56</c:v>
                </c:pt>
                <c:pt idx="178">
                  <c:v>56</c:v>
                </c:pt>
                <c:pt idx="179">
                  <c:v>56</c:v>
                </c:pt>
                <c:pt idx="180">
                  <c:v>56</c:v>
                </c:pt>
                <c:pt idx="181">
                  <c:v>56</c:v>
                </c:pt>
                <c:pt idx="182">
                  <c:v>56</c:v>
                </c:pt>
                <c:pt idx="183">
                  <c:v>71</c:v>
                </c:pt>
                <c:pt idx="184">
                  <c:v>71</c:v>
                </c:pt>
                <c:pt idx="185">
                  <c:v>71</c:v>
                </c:pt>
                <c:pt idx="186">
                  <c:v>71</c:v>
                </c:pt>
                <c:pt idx="187">
                  <c:v>71</c:v>
                </c:pt>
                <c:pt idx="188">
                  <c:v>71</c:v>
                </c:pt>
                <c:pt idx="189">
                  <c:v>71</c:v>
                </c:pt>
                <c:pt idx="190">
                  <c:v>86</c:v>
                </c:pt>
                <c:pt idx="191">
                  <c:v>86</c:v>
                </c:pt>
                <c:pt idx="192">
                  <c:v>86</c:v>
                </c:pt>
                <c:pt idx="193">
                  <c:v>86</c:v>
                </c:pt>
                <c:pt idx="194">
                  <c:v>86</c:v>
                </c:pt>
                <c:pt idx="195">
                  <c:v>86</c:v>
                </c:pt>
                <c:pt idx="196">
                  <c:v>86</c:v>
                </c:pt>
                <c:pt idx="197">
                  <c:v>107</c:v>
                </c:pt>
                <c:pt idx="198">
                  <c:v>107</c:v>
                </c:pt>
                <c:pt idx="199">
                  <c:v>107</c:v>
                </c:pt>
                <c:pt idx="200">
                  <c:v>107</c:v>
                </c:pt>
                <c:pt idx="201">
                  <c:v>107</c:v>
                </c:pt>
                <c:pt idx="202">
                  <c:v>107</c:v>
                </c:pt>
                <c:pt idx="203">
                  <c:v>107</c:v>
                </c:pt>
                <c:pt idx="204">
                  <c:v>110</c:v>
                </c:pt>
                <c:pt idx="205">
                  <c:v>110</c:v>
                </c:pt>
                <c:pt idx="206">
                  <c:v>110</c:v>
                </c:pt>
                <c:pt idx="207">
                  <c:v>110</c:v>
                </c:pt>
                <c:pt idx="208">
                  <c:v>110</c:v>
                </c:pt>
                <c:pt idx="209">
                  <c:v>110</c:v>
                </c:pt>
                <c:pt idx="210">
                  <c:v>110</c:v>
                </c:pt>
                <c:pt idx="211">
                  <c:v>134</c:v>
                </c:pt>
                <c:pt idx="212">
                  <c:v>134</c:v>
                </c:pt>
                <c:pt idx="213">
                  <c:v>134</c:v>
                </c:pt>
                <c:pt idx="214">
                  <c:v>134</c:v>
                </c:pt>
                <c:pt idx="215">
                  <c:v>134</c:v>
                </c:pt>
                <c:pt idx="216">
                  <c:v>134</c:v>
                </c:pt>
                <c:pt idx="217">
                  <c:v>134</c:v>
                </c:pt>
                <c:pt idx="218">
                  <c:v>130</c:v>
                </c:pt>
                <c:pt idx="219">
                  <c:v>130</c:v>
                </c:pt>
                <c:pt idx="220">
                  <c:v>130</c:v>
                </c:pt>
                <c:pt idx="221">
                  <c:v>130</c:v>
                </c:pt>
                <c:pt idx="222">
                  <c:v>130</c:v>
                </c:pt>
                <c:pt idx="223">
                  <c:v>130</c:v>
                </c:pt>
                <c:pt idx="224">
                  <c:v>130</c:v>
                </c:pt>
                <c:pt idx="225">
                  <c:v>118</c:v>
                </c:pt>
                <c:pt idx="226">
                  <c:v>118</c:v>
                </c:pt>
                <c:pt idx="227">
                  <c:v>118</c:v>
                </c:pt>
                <c:pt idx="228">
                  <c:v>118</c:v>
                </c:pt>
                <c:pt idx="229">
                  <c:v>118</c:v>
                </c:pt>
                <c:pt idx="230">
                  <c:v>118</c:v>
                </c:pt>
                <c:pt idx="231">
                  <c:v>118</c:v>
                </c:pt>
                <c:pt idx="232">
                  <c:v>128</c:v>
                </c:pt>
                <c:pt idx="233">
                  <c:v>128</c:v>
                </c:pt>
                <c:pt idx="234">
                  <c:v>128</c:v>
                </c:pt>
                <c:pt idx="235">
                  <c:v>128</c:v>
                </c:pt>
                <c:pt idx="236">
                  <c:v>128</c:v>
                </c:pt>
                <c:pt idx="237">
                  <c:v>128</c:v>
                </c:pt>
                <c:pt idx="238">
                  <c:v>128</c:v>
                </c:pt>
                <c:pt idx="239">
                  <c:v>219</c:v>
                </c:pt>
                <c:pt idx="240">
                  <c:v>219</c:v>
                </c:pt>
                <c:pt idx="241">
                  <c:v>219</c:v>
                </c:pt>
                <c:pt idx="242">
                  <c:v>219</c:v>
                </c:pt>
                <c:pt idx="243">
                  <c:v>219</c:v>
                </c:pt>
                <c:pt idx="244">
                  <c:v>219</c:v>
                </c:pt>
                <c:pt idx="245">
                  <c:v>219</c:v>
                </c:pt>
                <c:pt idx="246">
                  <c:v>243</c:v>
                </c:pt>
                <c:pt idx="247">
                  <c:v>243</c:v>
                </c:pt>
                <c:pt idx="248">
                  <c:v>243</c:v>
                </c:pt>
                <c:pt idx="249">
                  <c:v>243</c:v>
                </c:pt>
                <c:pt idx="250">
                  <c:v>243</c:v>
                </c:pt>
                <c:pt idx="251">
                  <c:v>243</c:v>
                </c:pt>
                <c:pt idx="252">
                  <c:v>243</c:v>
                </c:pt>
                <c:pt idx="253">
                  <c:v>265</c:v>
                </c:pt>
                <c:pt idx="254">
                  <c:v>265</c:v>
                </c:pt>
                <c:pt idx="255">
                  <c:v>265</c:v>
                </c:pt>
                <c:pt idx="256">
                  <c:v>265</c:v>
                </c:pt>
                <c:pt idx="257">
                  <c:v>265</c:v>
                </c:pt>
                <c:pt idx="258">
                  <c:v>265</c:v>
                </c:pt>
                <c:pt idx="259">
                  <c:v>265</c:v>
                </c:pt>
                <c:pt idx="260">
                  <c:v>228</c:v>
                </c:pt>
                <c:pt idx="261">
                  <c:v>228</c:v>
                </c:pt>
                <c:pt idx="262">
                  <c:v>228</c:v>
                </c:pt>
                <c:pt idx="263">
                  <c:v>228</c:v>
                </c:pt>
                <c:pt idx="264">
                  <c:v>228</c:v>
                </c:pt>
                <c:pt idx="265">
                  <c:v>228</c:v>
                </c:pt>
                <c:pt idx="266">
                  <c:v>228</c:v>
                </c:pt>
                <c:pt idx="267">
                  <c:v>210</c:v>
                </c:pt>
                <c:pt idx="268">
                  <c:v>210</c:v>
                </c:pt>
                <c:pt idx="269">
                  <c:v>210</c:v>
                </c:pt>
                <c:pt idx="270">
                  <c:v>210</c:v>
                </c:pt>
                <c:pt idx="271">
                  <c:v>210</c:v>
                </c:pt>
                <c:pt idx="272">
                  <c:v>210</c:v>
                </c:pt>
                <c:pt idx="273">
                  <c:v>210</c:v>
                </c:pt>
                <c:pt idx="274">
                  <c:v>234</c:v>
                </c:pt>
                <c:pt idx="275">
                  <c:v>234</c:v>
                </c:pt>
                <c:pt idx="276">
                  <c:v>234</c:v>
                </c:pt>
                <c:pt idx="277">
                  <c:v>234</c:v>
                </c:pt>
                <c:pt idx="278">
                  <c:v>234</c:v>
                </c:pt>
                <c:pt idx="279">
                  <c:v>234</c:v>
                </c:pt>
                <c:pt idx="280">
                  <c:v>234</c:v>
                </c:pt>
                <c:pt idx="281">
                  <c:v>194</c:v>
                </c:pt>
                <c:pt idx="282">
                  <c:v>194</c:v>
                </c:pt>
                <c:pt idx="283">
                  <c:v>194</c:v>
                </c:pt>
                <c:pt idx="284">
                  <c:v>194</c:v>
                </c:pt>
                <c:pt idx="285">
                  <c:v>194</c:v>
                </c:pt>
                <c:pt idx="286">
                  <c:v>194</c:v>
                </c:pt>
                <c:pt idx="287">
                  <c:v>194</c:v>
                </c:pt>
                <c:pt idx="288">
                  <c:v>171</c:v>
                </c:pt>
                <c:pt idx="289">
                  <c:v>171</c:v>
                </c:pt>
                <c:pt idx="290">
                  <c:v>171</c:v>
                </c:pt>
                <c:pt idx="291">
                  <c:v>171</c:v>
                </c:pt>
                <c:pt idx="292">
                  <c:v>171</c:v>
                </c:pt>
                <c:pt idx="293">
                  <c:v>171</c:v>
                </c:pt>
                <c:pt idx="294">
                  <c:v>171</c:v>
                </c:pt>
                <c:pt idx="295">
                  <c:v>139</c:v>
                </c:pt>
                <c:pt idx="296">
                  <c:v>139</c:v>
                </c:pt>
                <c:pt idx="297">
                  <c:v>139</c:v>
                </c:pt>
                <c:pt idx="298">
                  <c:v>139</c:v>
                </c:pt>
                <c:pt idx="299">
                  <c:v>139</c:v>
                </c:pt>
                <c:pt idx="300">
                  <c:v>139</c:v>
                </c:pt>
                <c:pt idx="301">
                  <c:v>139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AD3-4C3F-98DB-14B32608064A}"/>
            </c:ext>
          </c:extLst>
        </c:ser>
        <c:ser>
          <c:idx val="2"/>
          <c:order val="2"/>
          <c:tx>
            <c:strRef>
              <c:f>LDAU!$F$1</c:f>
              <c:strCache>
                <c:ptCount val="1"/>
                <c:pt idx="0">
                  <c:v>LMAU</c:v>
                </c:pt>
              </c:strCache>
            </c:strRef>
          </c:tx>
          <c:spPr>
            <a:ln w="22225" cap="rnd">
              <a:solidFill>
                <a:schemeClr val="accent3"/>
              </a:solidFill>
            </a:ln>
            <a:effectLst>
              <a:glow rad="139700">
                <a:schemeClr val="accent3">
                  <a:satMod val="175000"/>
                  <a:alpha val="14000"/>
                </a:schemeClr>
              </a:glow>
            </a:effectLst>
          </c:spPr>
          <c:marker>
            <c:symbol val="none"/>
          </c:marker>
          <c:dLbls>
            <c:dLbl>
              <c:idx val="256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AD3-4C3F-98DB-14B32608064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50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LDAU!$A$2:$A$303</c:f>
              <c:numCache>
                <c:formatCode>m/d/yyyy</c:formatCode>
                <c:ptCount val="302"/>
                <c:pt idx="0">
                  <c:v>44745</c:v>
                </c:pt>
                <c:pt idx="1">
                  <c:v>44746</c:v>
                </c:pt>
                <c:pt idx="2">
                  <c:v>44747</c:v>
                </c:pt>
                <c:pt idx="3">
                  <c:v>44748</c:v>
                </c:pt>
                <c:pt idx="4">
                  <c:v>44749</c:v>
                </c:pt>
                <c:pt idx="5">
                  <c:v>44750</c:v>
                </c:pt>
                <c:pt idx="6">
                  <c:v>44751</c:v>
                </c:pt>
                <c:pt idx="7">
                  <c:v>44752</c:v>
                </c:pt>
                <c:pt idx="8">
                  <c:v>44753</c:v>
                </c:pt>
                <c:pt idx="9">
                  <c:v>44754</c:v>
                </c:pt>
                <c:pt idx="10">
                  <c:v>44755</c:v>
                </c:pt>
                <c:pt idx="11">
                  <c:v>44756</c:v>
                </c:pt>
                <c:pt idx="12">
                  <c:v>44757</c:v>
                </c:pt>
                <c:pt idx="13">
                  <c:v>44758</c:v>
                </c:pt>
                <c:pt idx="14">
                  <c:v>44759</c:v>
                </c:pt>
                <c:pt idx="15">
                  <c:v>44760</c:v>
                </c:pt>
                <c:pt idx="16">
                  <c:v>44761</c:v>
                </c:pt>
                <c:pt idx="17">
                  <c:v>44762</c:v>
                </c:pt>
                <c:pt idx="18">
                  <c:v>44763</c:v>
                </c:pt>
                <c:pt idx="19">
                  <c:v>44764</c:v>
                </c:pt>
                <c:pt idx="20">
                  <c:v>44765</c:v>
                </c:pt>
                <c:pt idx="21">
                  <c:v>44766</c:v>
                </c:pt>
                <c:pt idx="22">
                  <c:v>44767</c:v>
                </c:pt>
                <c:pt idx="23">
                  <c:v>44768</c:v>
                </c:pt>
                <c:pt idx="24">
                  <c:v>44769</c:v>
                </c:pt>
                <c:pt idx="25">
                  <c:v>44770</c:v>
                </c:pt>
                <c:pt idx="26">
                  <c:v>44771</c:v>
                </c:pt>
                <c:pt idx="27">
                  <c:v>44772</c:v>
                </c:pt>
                <c:pt idx="28">
                  <c:v>44773</c:v>
                </c:pt>
                <c:pt idx="29">
                  <c:v>44774</c:v>
                </c:pt>
                <c:pt idx="30">
                  <c:v>44775</c:v>
                </c:pt>
                <c:pt idx="31">
                  <c:v>44776</c:v>
                </c:pt>
                <c:pt idx="32">
                  <c:v>44777</c:v>
                </c:pt>
                <c:pt idx="33">
                  <c:v>44778</c:v>
                </c:pt>
                <c:pt idx="34">
                  <c:v>44779</c:v>
                </c:pt>
                <c:pt idx="35">
                  <c:v>44780</c:v>
                </c:pt>
                <c:pt idx="36">
                  <c:v>44781</c:v>
                </c:pt>
                <c:pt idx="37">
                  <c:v>44782</c:v>
                </c:pt>
                <c:pt idx="38">
                  <c:v>44783</c:v>
                </c:pt>
                <c:pt idx="39">
                  <c:v>44784</c:v>
                </c:pt>
                <c:pt idx="40">
                  <c:v>44785</c:v>
                </c:pt>
                <c:pt idx="41">
                  <c:v>44786</c:v>
                </c:pt>
                <c:pt idx="42">
                  <c:v>44787</c:v>
                </c:pt>
                <c:pt idx="43">
                  <c:v>44788</c:v>
                </c:pt>
                <c:pt idx="44">
                  <c:v>44789</c:v>
                </c:pt>
                <c:pt idx="45">
                  <c:v>44790</c:v>
                </c:pt>
                <c:pt idx="46">
                  <c:v>44791</c:v>
                </c:pt>
                <c:pt idx="47">
                  <c:v>44792</c:v>
                </c:pt>
                <c:pt idx="48">
                  <c:v>44793</c:v>
                </c:pt>
                <c:pt idx="49">
                  <c:v>44794</c:v>
                </c:pt>
                <c:pt idx="50">
                  <c:v>44795</c:v>
                </c:pt>
                <c:pt idx="51">
                  <c:v>44796</c:v>
                </c:pt>
                <c:pt idx="52">
                  <c:v>44797</c:v>
                </c:pt>
                <c:pt idx="53">
                  <c:v>44798</c:v>
                </c:pt>
                <c:pt idx="54">
                  <c:v>44799</c:v>
                </c:pt>
                <c:pt idx="55">
                  <c:v>44800</c:v>
                </c:pt>
                <c:pt idx="56">
                  <c:v>44801</c:v>
                </c:pt>
                <c:pt idx="57">
                  <c:v>44802</c:v>
                </c:pt>
                <c:pt idx="58">
                  <c:v>44803</c:v>
                </c:pt>
                <c:pt idx="59">
                  <c:v>44804</c:v>
                </c:pt>
                <c:pt idx="60">
                  <c:v>44805</c:v>
                </c:pt>
                <c:pt idx="61">
                  <c:v>44806</c:v>
                </c:pt>
                <c:pt idx="62">
                  <c:v>44807</c:v>
                </c:pt>
                <c:pt idx="63">
                  <c:v>44808</c:v>
                </c:pt>
                <c:pt idx="64">
                  <c:v>44809</c:v>
                </c:pt>
                <c:pt idx="65">
                  <c:v>44810</c:v>
                </c:pt>
                <c:pt idx="66">
                  <c:v>44811</c:v>
                </c:pt>
                <c:pt idx="67">
                  <c:v>44812</c:v>
                </c:pt>
                <c:pt idx="68">
                  <c:v>44813</c:v>
                </c:pt>
                <c:pt idx="69">
                  <c:v>44814</c:v>
                </c:pt>
                <c:pt idx="70">
                  <c:v>44815</c:v>
                </c:pt>
                <c:pt idx="71">
                  <c:v>44816</c:v>
                </c:pt>
                <c:pt idx="72">
                  <c:v>44817</c:v>
                </c:pt>
                <c:pt idx="73">
                  <c:v>44818</c:v>
                </c:pt>
                <c:pt idx="74">
                  <c:v>44819</c:v>
                </c:pt>
                <c:pt idx="75">
                  <c:v>44820</c:v>
                </c:pt>
                <c:pt idx="76">
                  <c:v>44821</c:v>
                </c:pt>
                <c:pt idx="77">
                  <c:v>44822</c:v>
                </c:pt>
                <c:pt idx="78">
                  <c:v>44823</c:v>
                </c:pt>
                <c:pt idx="79">
                  <c:v>44824</c:v>
                </c:pt>
                <c:pt idx="80">
                  <c:v>44825</c:v>
                </c:pt>
                <c:pt idx="81">
                  <c:v>44826</c:v>
                </c:pt>
                <c:pt idx="82">
                  <c:v>44827</c:v>
                </c:pt>
                <c:pt idx="83">
                  <c:v>44828</c:v>
                </c:pt>
                <c:pt idx="84">
                  <c:v>44829</c:v>
                </c:pt>
                <c:pt idx="85">
                  <c:v>44830</c:v>
                </c:pt>
                <c:pt idx="86">
                  <c:v>44831</c:v>
                </c:pt>
                <c:pt idx="87">
                  <c:v>44832</c:v>
                </c:pt>
                <c:pt idx="88">
                  <c:v>44833</c:v>
                </c:pt>
                <c:pt idx="89">
                  <c:v>44834</c:v>
                </c:pt>
                <c:pt idx="90">
                  <c:v>44835</c:v>
                </c:pt>
                <c:pt idx="91">
                  <c:v>44836</c:v>
                </c:pt>
                <c:pt idx="92">
                  <c:v>44837</c:v>
                </c:pt>
                <c:pt idx="93">
                  <c:v>44838</c:v>
                </c:pt>
                <c:pt idx="94">
                  <c:v>44839</c:v>
                </c:pt>
                <c:pt idx="95">
                  <c:v>44840</c:v>
                </c:pt>
                <c:pt idx="96">
                  <c:v>44841</c:v>
                </c:pt>
                <c:pt idx="97">
                  <c:v>44842</c:v>
                </c:pt>
                <c:pt idx="98">
                  <c:v>44843</c:v>
                </c:pt>
                <c:pt idx="99">
                  <c:v>44844</c:v>
                </c:pt>
                <c:pt idx="100">
                  <c:v>44845</c:v>
                </c:pt>
                <c:pt idx="101">
                  <c:v>44846</c:v>
                </c:pt>
                <c:pt idx="102">
                  <c:v>44847</c:v>
                </c:pt>
                <c:pt idx="103">
                  <c:v>44848</c:v>
                </c:pt>
                <c:pt idx="104">
                  <c:v>44849</c:v>
                </c:pt>
                <c:pt idx="105">
                  <c:v>44850</c:v>
                </c:pt>
                <c:pt idx="106">
                  <c:v>44851</c:v>
                </c:pt>
                <c:pt idx="107">
                  <c:v>44852</c:v>
                </c:pt>
                <c:pt idx="108">
                  <c:v>44853</c:v>
                </c:pt>
                <c:pt idx="109">
                  <c:v>44854</c:v>
                </c:pt>
                <c:pt idx="110">
                  <c:v>44855</c:v>
                </c:pt>
                <c:pt idx="111">
                  <c:v>44856</c:v>
                </c:pt>
                <c:pt idx="112">
                  <c:v>44857</c:v>
                </c:pt>
                <c:pt idx="113">
                  <c:v>44858</c:v>
                </c:pt>
                <c:pt idx="114">
                  <c:v>44859</c:v>
                </c:pt>
                <c:pt idx="115">
                  <c:v>44860</c:v>
                </c:pt>
                <c:pt idx="116">
                  <c:v>44861</c:v>
                </c:pt>
                <c:pt idx="117">
                  <c:v>44862</c:v>
                </c:pt>
                <c:pt idx="118">
                  <c:v>44863</c:v>
                </c:pt>
                <c:pt idx="119">
                  <c:v>44864</c:v>
                </c:pt>
                <c:pt idx="120">
                  <c:v>44865</c:v>
                </c:pt>
                <c:pt idx="121">
                  <c:v>44866</c:v>
                </c:pt>
                <c:pt idx="122">
                  <c:v>44867</c:v>
                </c:pt>
                <c:pt idx="123">
                  <c:v>44868</c:v>
                </c:pt>
                <c:pt idx="124">
                  <c:v>44869</c:v>
                </c:pt>
                <c:pt idx="125">
                  <c:v>44870</c:v>
                </c:pt>
                <c:pt idx="126">
                  <c:v>44871</c:v>
                </c:pt>
                <c:pt idx="127">
                  <c:v>44872</c:v>
                </c:pt>
                <c:pt idx="128">
                  <c:v>44873</c:v>
                </c:pt>
                <c:pt idx="129">
                  <c:v>44874</c:v>
                </c:pt>
                <c:pt idx="130">
                  <c:v>44875</c:v>
                </c:pt>
                <c:pt idx="131">
                  <c:v>44876</c:v>
                </c:pt>
                <c:pt idx="132">
                  <c:v>44877</c:v>
                </c:pt>
                <c:pt idx="133">
                  <c:v>44878</c:v>
                </c:pt>
                <c:pt idx="134">
                  <c:v>44879</c:v>
                </c:pt>
                <c:pt idx="135">
                  <c:v>44880</c:v>
                </c:pt>
                <c:pt idx="136">
                  <c:v>44881</c:v>
                </c:pt>
                <c:pt idx="137">
                  <c:v>44882</c:v>
                </c:pt>
                <c:pt idx="138">
                  <c:v>44883</c:v>
                </c:pt>
                <c:pt idx="139">
                  <c:v>44884</c:v>
                </c:pt>
                <c:pt idx="140">
                  <c:v>44885</c:v>
                </c:pt>
                <c:pt idx="141">
                  <c:v>44886</c:v>
                </c:pt>
                <c:pt idx="142">
                  <c:v>44887</c:v>
                </c:pt>
                <c:pt idx="143">
                  <c:v>44888</c:v>
                </c:pt>
                <c:pt idx="144">
                  <c:v>44889</c:v>
                </c:pt>
                <c:pt idx="145">
                  <c:v>44890</c:v>
                </c:pt>
                <c:pt idx="146">
                  <c:v>44891</c:v>
                </c:pt>
                <c:pt idx="147">
                  <c:v>44892</c:v>
                </c:pt>
                <c:pt idx="148">
                  <c:v>44893</c:v>
                </c:pt>
                <c:pt idx="149">
                  <c:v>44894</c:v>
                </c:pt>
                <c:pt idx="150">
                  <c:v>44895</c:v>
                </c:pt>
                <c:pt idx="151">
                  <c:v>44896</c:v>
                </c:pt>
                <c:pt idx="152">
                  <c:v>44897</c:v>
                </c:pt>
                <c:pt idx="153">
                  <c:v>44898</c:v>
                </c:pt>
                <c:pt idx="154">
                  <c:v>44899</c:v>
                </c:pt>
                <c:pt idx="155">
                  <c:v>44900</c:v>
                </c:pt>
                <c:pt idx="156">
                  <c:v>44901</c:v>
                </c:pt>
                <c:pt idx="157">
                  <c:v>44902</c:v>
                </c:pt>
                <c:pt idx="158">
                  <c:v>44903</c:v>
                </c:pt>
                <c:pt idx="159">
                  <c:v>44904</c:v>
                </c:pt>
                <c:pt idx="160">
                  <c:v>44905</c:v>
                </c:pt>
                <c:pt idx="161">
                  <c:v>44906</c:v>
                </c:pt>
                <c:pt idx="162">
                  <c:v>44907</c:v>
                </c:pt>
                <c:pt idx="163">
                  <c:v>44908</c:v>
                </c:pt>
                <c:pt idx="164">
                  <c:v>44909</c:v>
                </c:pt>
                <c:pt idx="165">
                  <c:v>44910</c:v>
                </c:pt>
                <c:pt idx="166">
                  <c:v>44911</c:v>
                </c:pt>
                <c:pt idx="167">
                  <c:v>44912</c:v>
                </c:pt>
                <c:pt idx="168">
                  <c:v>44913</c:v>
                </c:pt>
                <c:pt idx="169">
                  <c:v>44914</c:v>
                </c:pt>
                <c:pt idx="170">
                  <c:v>44915</c:v>
                </c:pt>
                <c:pt idx="171">
                  <c:v>44916</c:v>
                </c:pt>
                <c:pt idx="172">
                  <c:v>44917</c:v>
                </c:pt>
                <c:pt idx="173">
                  <c:v>44918</c:v>
                </c:pt>
                <c:pt idx="174">
                  <c:v>44919</c:v>
                </c:pt>
                <c:pt idx="175">
                  <c:v>44920</c:v>
                </c:pt>
                <c:pt idx="176">
                  <c:v>44921</c:v>
                </c:pt>
                <c:pt idx="177">
                  <c:v>44922</c:v>
                </c:pt>
                <c:pt idx="178">
                  <c:v>44923</c:v>
                </c:pt>
                <c:pt idx="179">
                  <c:v>44924</c:v>
                </c:pt>
                <c:pt idx="180">
                  <c:v>44925</c:v>
                </c:pt>
                <c:pt idx="181">
                  <c:v>44926</c:v>
                </c:pt>
                <c:pt idx="182">
                  <c:v>44927</c:v>
                </c:pt>
                <c:pt idx="183">
                  <c:v>44928</c:v>
                </c:pt>
                <c:pt idx="184">
                  <c:v>44929</c:v>
                </c:pt>
                <c:pt idx="185">
                  <c:v>44930</c:v>
                </c:pt>
                <c:pt idx="186">
                  <c:v>44931</c:v>
                </c:pt>
                <c:pt idx="187">
                  <c:v>44932</c:v>
                </c:pt>
                <c:pt idx="188">
                  <c:v>44933</c:v>
                </c:pt>
                <c:pt idx="189">
                  <c:v>44934</c:v>
                </c:pt>
                <c:pt idx="190">
                  <c:v>44935</c:v>
                </c:pt>
                <c:pt idx="191">
                  <c:v>44936</c:v>
                </c:pt>
                <c:pt idx="192">
                  <c:v>44937</c:v>
                </c:pt>
                <c:pt idx="193">
                  <c:v>44938</c:v>
                </c:pt>
                <c:pt idx="194">
                  <c:v>44939</c:v>
                </c:pt>
                <c:pt idx="195">
                  <c:v>44940</c:v>
                </c:pt>
                <c:pt idx="196">
                  <c:v>44941</c:v>
                </c:pt>
                <c:pt idx="197">
                  <c:v>44942</c:v>
                </c:pt>
                <c:pt idx="198">
                  <c:v>44943</c:v>
                </c:pt>
                <c:pt idx="199">
                  <c:v>44944</c:v>
                </c:pt>
                <c:pt idx="200">
                  <c:v>44945</c:v>
                </c:pt>
                <c:pt idx="201">
                  <c:v>44946</c:v>
                </c:pt>
                <c:pt idx="202">
                  <c:v>44947</c:v>
                </c:pt>
                <c:pt idx="203">
                  <c:v>44948</c:v>
                </c:pt>
                <c:pt idx="204">
                  <c:v>44949</c:v>
                </c:pt>
                <c:pt idx="205">
                  <c:v>44950</c:v>
                </c:pt>
                <c:pt idx="206">
                  <c:v>44951</c:v>
                </c:pt>
                <c:pt idx="207">
                  <c:v>44952</c:v>
                </c:pt>
                <c:pt idx="208">
                  <c:v>44953</c:v>
                </c:pt>
                <c:pt idx="209">
                  <c:v>44954</c:v>
                </c:pt>
                <c:pt idx="210">
                  <c:v>44955</c:v>
                </c:pt>
                <c:pt idx="211">
                  <c:v>44956</c:v>
                </c:pt>
                <c:pt idx="212">
                  <c:v>44957</c:v>
                </c:pt>
                <c:pt idx="213">
                  <c:v>44958</c:v>
                </c:pt>
                <c:pt idx="214">
                  <c:v>44959</c:v>
                </c:pt>
                <c:pt idx="215">
                  <c:v>44960</c:v>
                </c:pt>
                <c:pt idx="216">
                  <c:v>44961</c:v>
                </c:pt>
                <c:pt idx="217">
                  <c:v>44962</c:v>
                </c:pt>
                <c:pt idx="218">
                  <c:v>44963</c:v>
                </c:pt>
                <c:pt idx="219">
                  <c:v>44964</c:v>
                </c:pt>
                <c:pt idx="220">
                  <c:v>44965</c:v>
                </c:pt>
                <c:pt idx="221">
                  <c:v>44966</c:v>
                </c:pt>
                <c:pt idx="222">
                  <c:v>44967</c:v>
                </c:pt>
                <c:pt idx="223">
                  <c:v>44968</c:v>
                </c:pt>
                <c:pt idx="224">
                  <c:v>44969</c:v>
                </c:pt>
                <c:pt idx="225">
                  <c:v>44970</c:v>
                </c:pt>
                <c:pt idx="226">
                  <c:v>44971</c:v>
                </c:pt>
                <c:pt idx="227">
                  <c:v>44972</c:v>
                </c:pt>
                <c:pt idx="228">
                  <c:v>44973</c:v>
                </c:pt>
                <c:pt idx="229">
                  <c:v>44974</c:v>
                </c:pt>
                <c:pt idx="230">
                  <c:v>44975</c:v>
                </c:pt>
                <c:pt idx="231">
                  <c:v>44976</c:v>
                </c:pt>
                <c:pt idx="232">
                  <c:v>44977</c:v>
                </c:pt>
                <c:pt idx="233">
                  <c:v>44978</c:v>
                </c:pt>
                <c:pt idx="234">
                  <c:v>44979</c:v>
                </c:pt>
                <c:pt idx="235">
                  <c:v>44980</c:v>
                </c:pt>
                <c:pt idx="236">
                  <c:v>44981</c:v>
                </c:pt>
                <c:pt idx="237">
                  <c:v>44982</c:v>
                </c:pt>
                <c:pt idx="238">
                  <c:v>44983</c:v>
                </c:pt>
                <c:pt idx="239">
                  <c:v>44984</c:v>
                </c:pt>
                <c:pt idx="240">
                  <c:v>44985</c:v>
                </c:pt>
                <c:pt idx="241">
                  <c:v>44986</c:v>
                </c:pt>
                <c:pt idx="242">
                  <c:v>44987</c:v>
                </c:pt>
                <c:pt idx="243">
                  <c:v>44988</c:v>
                </c:pt>
                <c:pt idx="244">
                  <c:v>44989</c:v>
                </c:pt>
                <c:pt idx="245">
                  <c:v>44990</c:v>
                </c:pt>
                <c:pt idx="246">
                  <c:v>44991</c:v>
                </c:pt>
                <c:pt idx="247">
                  <c:v>44992</c:v>
                </c:pt>
                <c:pt idx="248">
                  <c:v>44993</c:v>
                </c:pt>
                <c:pt idx="249">
                  <c:v>44994</c:v>
                </c:pt>
                <c:pt idx="250">
                  <c:v>44995</c:v>
                </c:pt>
                <c:pt idx="251">
                  <c:v>44996</c:v>
                </c:pt>
                <c:pt idx="252">
                  <c:v>44997</c:v>
                </c:pt>
                <c:pt idx="253">
                  <c:v>44998</c:v>
                </c:pt>
                <c:pt idx="254">
                  <c:v>44999</c:v>
                </c:pt>
                <c:pt idx="255">
                  <c:v>45000</c:v>
                </c:pt>
                <c:pt idx="256">
                  <c:v>45001</c:v>
                </c:pt>
                <c:pt idx="257">
                  <c:v>45002</c:v>
                </c:pt>
                <c:pt idx="258">
                  <c:v>45003</c:v>
                </c:pt>
                <c:pt idx="259">
                  <c:v>45004</c:v>
                </c:pt>
                <c:pt idx="260">
                  <c:v>45005</c:v>
                </c:pt>
                <c:pt idx="261">
                  <c:v>45006</c:v>
                </c:pt>
                <c:pt idx="262">
                  <c:v>45007</c:v>
                </c:pt>
                <c:pt idx="263">
                  <c:v>45008</c:v>
                </c:pt>
                <c:pt idx="264">
                  <c:v>45009</c:v>
                </c:pt>
                <c:pt idx="265">
                  <c:v>45010</c:v>
                </c:pt>
                <c:pt idx="266">
                  <c:v>45011</c:v>
                </c:pt>
                <c:pt idx="267">
                  <c:v>45012</c:v>
                </c:pt>
                <c:pt idx="268">
                  <c:v>45013</c:v>
                </c:pt>
                <c:pt idx="269">
                  <c:v>45014</c:v>
                </c:pt>
                <c:pt idx="270">
                  <c:v>45015</c:v>
                </c:pt>
                <c:pt idx="271">
                  <c:v>45016</c:v>
                </c:pt>
                <c:pt idx="272">
                  <c:v>45017</c:v>
                </c:pt>
                <c:pt idx="273">
                  <c:v>45018</c:v>
                </c:pt>
                <c:pt idx="274">
                  <c:v>45019</c:v>
                </c:pt>
                <c:pt idx="275">
                  <c:v>45020</c:v>
                </c:pt>
                <c:pt idx="276">
                  <c:v>45021</c:v>
                </c:pt>
                <c:pt idx="277">
                  <c:v>45022</c:v>
                </c:pt>
                <c:pt idx="278">
                  <c:v>45023</c:v>
                </c:pt>
                <c:pt idx="279">
                  <c:v>45024</c:v>
                </c:pt>
                <c:pt idx="280">
                  <c:v>45025</c:v>
                </c:pt>
                <c:pt idx="281">
                  <c:v>45026</c:v>
                </c:pt>
                <c:pt idx="282">
                  <c:v>45027</c:v>
                </c:pt>
                <c:pt idx="283">
                  <c:v>45028</c:v>
                </c:pt>
                <c:pt idx="284">
                  <c:v>45029</c:v>
                </c:pt>
                <c:pt idx="285">
                  <c:v>45030</c:v>
                </c:pt>
                <c:pt idx="286">
                  <c:v>45031</c:v>
                </c:pt>
                <c:pt idx="287">
                  <c:v>45032</c:v>
                </c:pt>
                <c:pt idx="288">
                  <c:v>45033</c:v>
                </c:pt>
                <c:pt idx="289">
                  <c:v>45034</c:v>
                </c:pt>
                <c:pt idx="290">
                  <c:v>45035</c:v>
                </c:pt>
                <c:pt idx="291">
                  <c:v>45036</c:v>
                </c:pt>
                <c:pt idx="292">
                  <c:v>45037</c:v>
                </c:pt>
                <c:pt idx="293">
                  <c:v>45038</c:v>
                </c:pt>
                <c:pt idx="294">
                  <c:v>45039</c:v>
                </c:pt>
                <c:pt idx="295">
                  <c:v>45040</c:v>
                </c:pt>
                <c:pt idx="296">
                  <c:v>45041</c:v>
                </c:pt>
                <c:pt idx="297">
                  <c:v>45042</c:v>
                </c:pt>
                <c:pt idx="298">
                  <c:v>45043</c:v>
                </c:pt>
                <c:pt idx="299">
                  <c:v>45044</c:v>
                </c:pt>
                <c:pt idx="300">
                  <c:v>45045</c:v>
                </c:pt>
                <c:pt idx="301">
                  <c:v>45046</c:v>
                </c:pt>
              </c:numCache>
            </c:numRef>
          </c:cat>
          <c:val>
            <c:numRef>
              <c:f>LDAU!$F$2:$F$303</c:f>
              <c:numCache>
                <c:formatCode>General</c:formatCode>
                <c:ptCount val="302"/>
                <c:pt idx="0">
                  <c:v>77</c:v>
                </c:pt>
                <c:pt idx="1">
                  <c:v>77</c:v>
                </c:pt>
                <c:pt idx="2">
                  <c:v>77</c:v>
                </c:pt>
                <c:pt idx="3">
                  <c:v>77</c:v>
                </c:pt>
                <c:pt idx="4">
                  <c:v>77</c:v>
                </c:pt>
                <c:pt idx="5">
                  <c:v>77</c:v>
                </c:pt>
                <c:pt idx="6">
                  <c:v>77</c:v>
                </c:pt>
                <c:pt idx="7">
                  <c:v>77</c:v>
                </c:pt>
                <c:pt idx="8">
                  <c:v>77</c:v>
                </c:pt>
                <c:pt idx="9">
                  <c:v>77</c:v>
                </c:pt>
                <c:pt idx="10">
                  <c:v>77</c:v>
                </c:pt>
                <c:pt idx="11">
                  <c:v>77</c:v>
                </c:pt>
                <c:pt idx="12">
                  <c:v>77</c:v>
                </c:pt>
                <c:pt idx="13">
                  <c:v>77</c:v>
                </c:pt>
                <c:pt idx="14">
                  <c:v>77</c:v>
                </c:pt>
                <c:pt idx="15">
                  <c:v>77</c:v>
                </c:pt>
                <c:pt idx="16">
                  <c:v>77</c:v>
                </c:pt>
                <c:pt idx="17">
                  <c:v>77</c:v>
                </c:pt>
                <c:pt idx="18">
                  <c:v>77</c:v>
                </c:pt>
                <c:pt idx="19">
                  <c:v>77</c:v>
                </c:pt>
                <c:pt idx="20">
                  <c:v>77</c:v>
                </c:pt>
                <c:pt idx="21">
                  <c:v>77</c:v>
                </c:pt>
                <c:pt idx="22">
                  <c:v>77</c:v>
                </c:pt>
                <c:pt idx="23">
                  <c:v>77</c:v>
                </c:pt>
                <c:pt idx="24">
                  <c:v>77</c:v>
                </c:pt>
                <c:pt idx="25">
                  <c:v>77</c:v>
                </c:pt>
                <c:pt idx="26">
                  <c:v>77</c:v>
                </c:pt>
                <c:pt idx="27">
                  <c:v>77</c:v>
                </c:pt>
                <c:pt idx="28">
                  <c:v>77</c:v>
                </c:pt>
                <c:pt idx="29">
                  <c:v>148</c:v>
                </c:pt>
                <c:pt idx="30">
                  <c:v>148</c:v>
                </c:pt>
                <c:pt idx="31">
                  <c:v>148</c:v>
                </c:pt>
                <c:pt idx="32">
                  <c:v>148</c:v>
                </c:pt>
                <c:pt idx="33">
                  <c:v>148</c:v>
                </c:pt>
                <c:pt idx="34">
                  <c:v>148</c:v>
                </c:pt>
                <c:pt idx="35">
                  <c:v>148</c:v>
                </c:pt>
                <c:pt idx="36">
                  <c:v>148</c:v>
                </c:pt>
                <c:pt idx="37">
                  <c:v>148</c:v>
                </c:pt>
                <c:pt idx="38">
                  <c:v>148</c:v>
                </c:pt>
                <c:pt idx="39">
                  <c:v>148</c:v>
                </c:pt>
                <c:pt idx="40">
                  <c:v>148</c:v>
                </c:pt>
                <c:pt idx="41">
                  <c:v>148</c:v>
                </c:pt>
                <c:pt idx="42">
                  <c:v>148</c:v>
                </c:pt>
                <c:pt idx="43">
                  <c:v>148</c:v>
                </c:pt>
                <c:pt idx="44">
                  <c:v>148</c:v>
                </c:pt>
                <c:pt idx="45">
                  <c:v>148</c:v>
                </c:pt>
                <c:pt idx="46">
                  <c:v>148</c:v>
                </c:pt>
                <c:pt idx="47">
                  <c:v>148</c:v>
                </c:pt>
                <c:pt idx="48">
                  <c:v>148</c:v>
                </c:pt>
                <c:pt idx="49">
                  <c:v>148</c:v>
                </c:pt>
                <c:pt idx="50">
                  <c:v>148</c:v>
                </c:pt>
                <c:pt idx="51">
                  <c:v>148</c:v>
                </c:pt>
                <c:pt idx="52">
                  <c:v>148</c:v>
                </c:pt>
                <c:pt idx="53">
                  <c:v>148</c:v>
                </c:pt>
                <c:pt idx="54">
                  <c:v>148</c:v>
                </c:pt>
                <c:pt idx="55">
                  <c:v>148</c:v>
                </c:pt>
                <c:pt idx="56">
                  <c:v>148</c:v>
                </c:pt>
                <c:pt idx="57">
                  <c:v>148</c:v>
                </c:pt>
                <c:pt idx="58">
                  <c:v>148</c:v>
                </c:pt>
                <c:pt idx="59">
                  <c:v>148</c:v>
                </c:pt>
                <c:pt idx="60">
                  <c:v>142</c:v>
                </c:pt>
                <c:pt idx="61">
                  <c:v>142</c:v>
                </c:pt>
                <c:pt idx="62">
                  <c:v>142</c:v>
                </c:pt>
                <c:pt idx="63">
                  <c:v>142</c:v>
                </c:pt>
                <c:pt idx="64">
                  <c:v>142</c:v>
                </c:pt>
                <c:pt idx="65">
                  <c:v>142</c:v>
                </c:pt>
                <c:pt idx="66">
                  <c:v>142</c:v>
                </c:pt>
                <c:pt idx="67">
                  <c:v>142</c:v>
                </c:pt>
                <c:pt idx="68">
                  <c:v>142</c:v>
                </c:pt>
                <c:pt idx="69">
                  <c:v>142</c:v>
                </c:pt>
                <c:pt idx="70">
                  <c:v>142</c:v>
                </c:pt>
                <c:pt idx="71">
                  <c:v>142</c:v>
                </c:pt>
                <c:pt idx="72">
                  <c:v>142</c:v>
                </c:pt>
                <c:pt idx="73">
                  <c:v>142</c:v>
                </c:pt>
                <c:pt idx="74">
                  <c:v>142</c:v>
                </c:pt>
                <c:pt idx="75">
                  <c:v>142</c:v>
                </c:pt>
                <c:pt idx="76">
                  <c:v>142</c:v>
                </c:pt>
                <c:pt idx="77">
                  <c:v>142</c:v>
                </c:pt>
                <c:pt idx="78">
                  <c:v>142</c:v>
                </c:pt>
                <c:pt idx="79">
                  <c:v>142</c:v>
                </c:pt>
                <c:pt idx="80">
                  <c:v>142</c:v>
                </c:pt>
                <c:pt idx="81">
                  <c:v>142</c:v>
                </c:pt>
                <c:pt idx="82">
                  <c:v>142</c:v>
                </c:pt>
                <c:pt idx="83">
                  <c:v>142</c:v>
                </c:pt>
                <c:pt idx="84">
                  <c:v>142</c:v>
                </c:pt>
                <c:pt idx="85">
                  <c:v>142</c:v>
                </c:pt>
                <c:pt idx="86">
                  <c:v>142</c:v>
                </c:pt>
                <c:pt idx="87">
                  <c:v>142</c:v>
                </c:pt>
                <c:pt idx="88">
                  <c:v>142</c:v>
                </c:pt>
                <c:pt idx="89">
                  <c:v>142</c:v>
                </c:pt>
                <c:pt idx="90">
                  <c:v>133</c:v>
                </c:pt>
                <c:pt idx="91">
                  <c:v>133</c:v>
                </c:pt>
                <c:pt idx="92">
                  <c:v>133</c:v>
                </c:pt>
                <c:pt idx="93">
                  <c:v>133</c:v>
                </c:pt>
                <c:pt idx="94">
                  <c:v>133</c:v>
                </c:pt>
                <c:pt idx="95">
                  <c:v>133</c:v>
                </c:pt>
                <c:pt idx="96">
                  <c:v>133</c:v>
                </c:pt>
                <c:pt idx="97">
                  <c:v>133</c:v>
                </c:pt>
                <c:pt idx="98">
                  <c:v>133</c:v>
                </c:pt>
                <c:pt idx="99">
                  <c:v>133</c:v>
                </c:pt>
                <c:pt idx="100">
                  <c:v>133</c:v>
                </c:pt>
                <c:pt idx="101">
                  <c:v>133</c:v>
                </c:pt>
                <c:pt idx="102">
                  <c:v>133</c:v>
                </c:pt>
                <c:pt idx="103">
                  <c:v>133</c:v>
                </c:pt>
                <c:pt idx="104">
                  <c:v>133</c:v>
                </c:pt>
                <c:pt idx="105">
                  <c:v>133</c:v>
                </c:pt>
                <c:pt idx="106">
                  <c:v>133</c:v>
                </c:pt>
                <c:pt idx="107">
                  <c:v>133</c:v>
                </c:pt>
                <c:pt idx="108">
                  <c:v>133</c:v>
                </c:pt>
                <c:pt idx="109">
                  <c:v>133</c:v>
                </c:pt>
                <c:pt idx="110">
                  <c:v>133</c:v>
                </c:pt>
                <c:pt idx="111">
                  <c:v>133</c:v>
                </c:pt>
                <c:pt idx="112">
                  <c:v>133</c:v>
                </c:pt>
                <c:pt idx="113">
                  <c:v>133</c:v>
                </c:pt>
                <c:pt idx="114">
                  <c:v>133</c:v>
                </c:pt>
                <c:pt idx="115">
                  <c:v>133</c:v>
                </c:pt>
                <c:pt idx="116">
                  <c:v>133</c:v>
                </c:pt>
                <c:pt idx="117">
                  <c:v>133</c:v>
                </c:pt>
                <c:pt idx="118">
                  <c:v>133</c:v>
                </c:pt>
                <c:pt idx="119">
                  <c:v>133</c:v>
                </c:pt>
                <c:pt idx="120">
                  <c:v>133</c:v>
                </c:pt>
                <c:pt idx="121">
                  <c:v>158</c:v>
                </c:pt>
                <c:pt idx="122">
                  <c:v>158</c:v>
                </c:pt>
                <c:pt idx="123">
                  <c:v>158</c:v>
                </c:pt>
                <c:pt idx="124">
                  <c:v>158</c:v>
                </c:pt>
                <c:pt idx="125">
                  <c:v>158</c:v>
                </c:pt>
                <c:pt idx="126">
                  <c:v>158</c:v>
                </c:pt>
                <c:pt idx="127">
                  <c:v>158</c:v>
                </c:pt>
                <c:pt idx="128">
                  <c:v>158</c:v>
                </c:pt>
                <c:pt idx="129">
                  <c:v>158</c:v>
                </c:pt>
                <c:pt idx="130">
                  <c:v>158</c:v>
                </c:pt>
                <c:pt idx="131">
                  <c:v>158</c:v>
                </c:pt>
                <c:pt idx="132">
                  <c:v>158</c:v>
                </c:pt>
                <c:pt idx="133">
                  <c:v>158</c:v>
                </c:pt>
                <c:pt idx="134">
                  <c:v>158</c:v>
                </c:pt>
                <c:pt idx="135">
                  <c:v>158</c:v>
                </c:pt>
                <c:pt idx="136">
                  <c:v>158</c:v>
                </c:pt>
                <c:pt idx="137">
                  <c:v>158</c:v>
                </c:pt>
                <c:pt idx="138">
                  <c:v>158</c:v>
                </c:pt>
                <c:pt idx="139">
                  <c:v>158</c:v>
                </c:pt>
                <c:pt idx="140">
                  <c:v>158</c:v>
                </c:pt>
                <c:pt idx="141">
                  <c:v>158</c:v>
                </c:pt>
                <c:pt idx="142">
                  <c:v>158</c:v>
                </c:pt>
                <c:pt idx="143">
                  <c:v>158</c:v>
                </c:pt>
                <c:pt idx="144">
                  <c:v>158</c:v>
                </c:pt>
                <c:pt idx="145">
                  <c:v>158</c:v>
                </c:pt>
                <c:pt idx="146">
                  <c:v>158</c:v>
                </c:pt>
                <c:pt idx="147">
                  <c:v>158</c:v>
                </c:pt>
                <c:pt idx="148">
                  <c:v>158</c:v>
                </c:pt>
                <c:pt idx="149">
                  <c:v>158</c:v>
                </c:pt>
                <c:pt idx="150">
                  <c:v>158</c:v>
                </c:pt>
                <c:pt idx="151">
                  <c:v>154</c:v>
                </c:pt>
                <c:pt idx="152">
                  <c:v>154</c:v>
                </c:pt>
                <c:pt idx="153">
                  <c:v>154</c:v>
                </c:pt>
                <c:pt idx="154">
                  <c:v>154</c:v>
                </c:pt>
                <c:pt idx="155">
                  <c:v>154</c:v>
                </c:pt>
                <c:pt idx="156">
                  <c:v>154</c:v>
                </c:pt>
                <c:pt idx="157">
                  <c:v>154</c:v>
                </c:pt>
                <c:pt idx="158">
                  <c:v>154</c:v>
                </c:pt>
                <c:pt idx="159">
                  <c:v>154</c:v>
                </c:pt>
                <c:pt idx="160">
                  <c:v>154</c:v>
                </c:pt>
                <c:pt idx="161">
                  <c:v>154</c:v>
                </c:pt>
                <c:pt idx="162">
                  <c:v>154</c:v>
                </c:pt>
                <c:pt idx="163">
                  <c:v>154</c:v>
                </c:pt>
                <c:pt idx="164">
                  <c:v>154</c:v>
                </c:pt>
                <c:pt idx="165">
                  <c:v>154</c:v>
                </c:pt>
                <c:pt idx="166">
                  <c:v>154</c:v>
                </c:pt>
                <c:pt idx="167">
                  <c:v>154</c:v>
                </c:pt>
                <c:pt idx="168">
                  <c:v>154</c:v>
                </c:pt>
                <c:pt idx="169">
                  <c:v>154</c:v>
                </c:pt>
                <c:pt idx="170">
                  <c:v>154</c:v>
                </c:pt>
                <c:pt idx="171">
                  <c:v>154</c:v>
                </c:pt>
                <c:pt idx="172">
                  <c:v>154</c:v>
                </c:pt>
                <c:pt idx="173">
                  <c:v>154</c:v>
                </c:pt>
                <c:pt idx="174">
                  <c:v>154</c:v>
                </c:pt>
                <c:pt idx="175">
                  <c:v>154</c:v>
                </c:pt>
                <c:pt idx="176">
                  <c:v>154</c:v>
                </c:pt>
                <c:pt idx="177">
                  <c:v>154</c:v>
                </c:pt>
                <c:pt idx="178">
                  <c:v>154</c:v>
                </c:pt>
                <c:pt idx="179">
                  <c:v>154</c:v>
                </c:pt>
                <c:pt idx="180">
                  <c:v>154</c:v>
                </c:pt>
                <c:pt idx="181">
                  <c:v>154</c:v>
                </c:pt>
                <c:pt idx="182">
                  <c:v>213</c:v>
                </c:pt>
                <c:pt idx="183">
                  <c:v>213</c:v>
                </c:pt>
                <c:pt idx="184">
                  <c:v>213</c:v>
                </c:pt>
                <c:pt idx="185">
                  <c:v>213</c:v>
                </c:pt>
                <c:pt idx="186">
                  <c:v>213</c:v>
                </c:pt>
                <c:pt idx="187">
                  <c:v>213</c:v>
                </c:pt>
                <c:pt idx="188">
                  <c:v>213</c:v>
                </c:pt>
                <c:pt idx="189">
                  <c:v>213</c:v>
                </c:pt>
                <c:pt idx="190">
                  <c:v>213</c:v>
                </c:pt>
                <c:pt idx="191">
                  <c:v>213</c:v>
                </c:pt>
                <c:pt idx="192">
                  <c:v>213</c:v>
                </c:pt>
                <c:pt idx="193">
                  <c:v>213</c:v>
                </c:pt>
                <c:pt idx="194">
                  <c:v>213</c:v>
                </c:pt>
                <c:pt idx="195">
                  <c:v>213</c:v>
                </c:pt>
                <c:pt idx="196">
                  <c:v>213</c:v>
                </c:pt>
                <c:pt idx="197">
                  <c:v>213</c:v>
                </c:pt>
                <c:pt idx="198">
                  <c:v>213</c:v>
                </c:pt>
                <c:pt idx="199">
                  <c:v>213</c:v>
                </c:pt>
                <c:pt idx="200">
                  <c:v>213</c:v>
                </c:pt>
                <c:pt idx="201">
                  <c:v>213</c:v>
                </c:pt>
                <c:pt idx="202">
                  <c:v>213</c:v>
                </c:pt>
                <c:pt idx="203">
                  <c:v>213</c:v>
                </c:pt>
                <c:pt idx="204">
                  <c:v>213</c:v>
                </c:pt>
                <c:pt idx="205">
                  <c:v>213</c:v>
                </c:pt>
                <c:pt idx="206">
                  <c:v>213</c:v>
                </c:pt>
                <c:pt idx="207">
                  <c:v>213</c:v>
                </c:pt>
                <c:pt idx="208">
                  <c:v>213</c:v>
                </c:pt>
                <c:pt idx="209">
                  <c:v>213</c:v>
                </c:pt>
                <c:pt idx="210">
                  <c:v>213</c:v>
                </c:pt>
                <c:pt idx="211">
                  <c:v>213</c:v>
                </c:pt>
                <c:pt idx="212">
                  <c:v>213</c:v>
                </c:pt>
                <c:pt idx="213">
                  <c:v>250</c:v>
                </c:pt>
                <c:pt idx="214">
                  <c:v>250</c:v>
                </c:pt>
                <c:pt idx="215">
                  <c:v>250</c:v>
                </c:pt>
                <c:pt idx="216">
                  <c:v>250</c:v>
                </c:pt>
                <c:pt idx="217">
                  <c:v>250</c:v>
                </c:pt>
                <c:pt idx="218">
                  <c:v>250</c:v>
                </c:pt>
                <c:pt idx="219">
                  <c:v>250</c:v>
                </c:pt>
                <c:pt idx="220">
                  <c:v>250</c:v>
                </c:pt>
                <c:pt idx="221">
                  <c:v>250</c:v>
                </c:pt>
                <c:pt idx="222">
                  <c:v>250</c:v>
                </c:pt>
                <c:pt idx="223">
                  <c:v>250</c:v>
                </c:pt>
                <c:pt idx="224">
                  <c:v>250</c:v>
                </c:pt>
                <c:pt idx="225">
                  <c:v>250</c:v>
                </c:pt>
                <c:pt idx="226">
                  <c:v>250</c:v>
                </c:pt>
                <c:pt idx="227">
                  <c:v>250</c:v>
                </c:pt>
                <c:pt idx="228">
                  <c:v>250</c:v>
                </c:pt>
                <c:pt idx="229">
                  <c:v>250</c:v>
                </c:pt>
                <c:pt idx="230">
                  <c:v>250</c:v>
                </c:pt>
                <c:pt idx="231">
                  <c:v>250</c:v>
                </c:pt>
                <c:pt idx="232">
                  <c:v>250</c:v>
                </c:pt>
                <c:pt idx="233">
                  <c:v>250</c:v>
                </c:pt>
                <c:pt idx="234">
                  <c:v>250</c:v>
                </c:pt>
                <c:pt idx="235">
                  <c:v>250</c:v>
                </c:pt>
                <c:pt idx="236">
                  <c:v>250</c:v>
                </c:pt>
                <c:pt idx="237">
                  <c:v>250</c:v>
                </c:pt>
                <c:pt idx="238">
                  <c:v>250</c:v>
                </c:pt>
                <c:pt idx="239">
                  <c:v>250</c:v>
                </c:pt>
                <c:pt idx="240">
                  <c:v>250</c:v>
                </c:pt>
                <c:pt idx="241">
                  <c:v>532</c:v>
                </c:pt>
                <c:pt idx="242">
                  <c:v>532</c:v>
                </c:pt>
                <c:pt idx="243">
                  <c:v>532</c:v>
                </c:pt>
                <c:pt idx="244">
                  <c:v>532</c:v>
                </c:pt>
                <c:pt idx="245">
                  <c:v>532</c:v>
                </c:pt>
                <c:pt idx="246">
                  <c:v>532</c:v>
                </c:pt>
                <c:pt idx="247">
                  <c:v>532</c:v>
                </c:pt>
                <c:pt idx="248">
                  <c:v>532</c:v>
                </c:pt>
                <c:pt idx="249">
                  <c:v>532</c:v>
                </c:pt>
                <c:pt idx="250">
                  <c:v>532</c:v>
                </c:pt>
                <c:pt idx="251">
                  <c:v>532</c:v>
                </c:pt>
                <c:pt idx="252">
                  <c:v>532</c:v>
                </c:pt>
                <c:pt idx="253">
                  <c:v>532</c:v>
                </c:pt>
                <c:pt idx="254">
                  <c:v>532</c:v>
                </c:pt>
                <c:pt idx="255">
                  <c:v>532</c:v>
                </c:pt>
                <c:pt idx="256">
                  <c:v>532</c:v>
                </c:pt>
                <c:pt idx="257">
                  <c:v>532</c:v>
                </c:pt>
                <c:pt idx="258">
                  <c:v>532</c:v>
                </c:pt>
                <c:pt idx="259">
                  <c:v>532</c:v>
                </c:pt>
                <c:pt idx="260">
                  <c:v>532</c:v>
                </c:pt>
                <c:pt idx="261">
                  <c:v>532</c:v>
                </c:pt>
                <c:pt idx="262">
                  <c:v>532</c:v>
                </c:pt>
                <c:pt idx="263">
                  <c:v>532</c:v>
                </c:pt>
                <c:pt idx="264">
                  <c:v>532</c:v>
                </c:pt>
                <c:pt idx="265">
                  <c:v>532</c:v>
                </c:pt>
                <c:pt idx="266">
                  <c:v>532</c:v>
                </c:pt>
                <c:pt idx="267">
                  <c:v>532</c:v>
                </c:pt>
                <c:pt idx="268">
                  <c:v>532</c:v>
                </c:pt>
                <c:pt idx="269">
                  <c:v>532</c:v>
                </c:pt>
                <c:pt idx="270">
                  <c:v>532</c:v>
                </c:pt>
                <c:pt idx="271">
                  <c:v>532</c:v>
                </c:pt>
                <c:pt idx="272">
                  <c:v>341</c:v>
                </c:pt>
                <c:pt idx="273">
                  <c:v>341</c:v>
                </c:pt>
                <c:pt idx="274">
                  <c:v>341</c:v>
                </c:pt>
                <c:pt idx="275">
                  <c:v>341</c:v>
                </c:pt>
                <c:pt idx="276">
                  <c:v>341</c:v>
                </c:pt>
                <c:pt idx="277">
                  <c:v>341</c:v>
                </c:pt>
                <c:pt idx="278">
                  <c:v>341</c:v>
                </c:pt>
                <c:pt idx="279">
                  <c:v>341</c:v>
                </c:pt>
                <c:pt idx="280">
                  <c:v>341</c:v>
                </c:pt>
                <c:pt idx="281">
                  <c:v>341</c:v>
                </c:pt>
                <c:pt idx="282">
                  <c:v>341</c:v>
                </c:pt>
                <c:pt idx="283">
                  <c:v>341</c:v>
                </c:pt>
                <c:pt idx="284">
                  <c:v>341</c:v>
                </c:pt>
                <c:pt idx="285">
                  <c:v>341</c:v>
                </c:pt>
                <c:pt idx="286">
                  <c:v>341</c:v>
                </c:pt>
                <c:pt idx="287">
                  <c:v>341</c:v>
                </c:pt>
                <c:pt idx="288">
                  <c:v>341</c:v>
                </c:pt>
                <c:pt idx="289">
                  <c:v>341</c:v>
                </c:pt>
                <c:pt idx="290">
                  <c:v>341</c:v>
                </c:pt>
                <c:pt idx="291">
                  <c:v>341</c:v>
                </c:pt>
                <c:pt idx="292">
                  <c:v>341</c:v>
                </c:pt>
                <c:pt idx="293">
                  <c:v>341</c:v>
                </c:pt>
                <c:pt idx="294">
                  <c:v>341</c:v>
                </c:pt>
                <c:pt idx="295">
                  <c:v>341</c:v>
                </c:pt>
                <c:pt idx="296">
                  <c:v>341</c:v>
                </c:pt>
                <c:pt idx="297">
                  <c:v>341</c:v>
                </c:pt>
                <c:pt idx="298">
                  <c:v>341</c:v>
                </c:pt>
                <c:pt idx="299">
                  <c:v>341</c:v>
                </c:pt>
                <c:pt idx="300">
                  <c:v>341</c:v>
                </c:pt>
                <c:pt idx="301">
                  <c:v>341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AD3-4C3F-98DB-14B3260806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83670367"/>
        <c:axId val="683662463"/>
      </c:lineChart>
      <c:dateAx>
        <c:axId val="683670367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Месяцы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1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m/d/yyyy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683662463"/>
        <c:crosses val="autoZero"/>
        <c:auto val="1"/>
        <c:lblOffset val="100"/>
        <c:baseTimeUnit val="days"/>
      </c:dateAx>
      <c:valAx>
        <c:axId val="683662463"/>
        <c:scaling>
          <c:orientation val="minMax"/>
          <c:max val="550"/>
        </c:scaling>
        <c:delete val="0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75000"/>
                      <a:lumOff val="25000"/>
                    </a:schemeClr>
                  </a:gs>
                  <a:gs pos="0">
                    <a:schemeClr val="dk1">
                      <a:lumMod val="65000"/>
                      <a:lumOff val="3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Количество </a:t>
                </a:r>
                <a:r>
                  <a:rPr lang="en-US"/>
                  <a:t>LDAU, LWAU, LMAU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1" i="0" u="none" strike="noStrike" kern="1200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68367036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7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dk1">
        <a:lumMod val="75000"/>
        <a:lumOff val="25000"/>
      </a:schemeClr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ru-RU" sz="2800" dirty="0"/>
              <a:t>Динамика лояльности в игре</a:t>
            </a:r>
            <a:endParaRPr lang="en-US" sz="2800" dirty="0"/>
          </a:p>
          <a:p>
            <a:pPr>
              <a:defRPr/>
            </a:pPr>
            <a:r>
              <a:rPr lang="en-US" sz="2800" dirty="0"/>
              <a:t>(</a:t>
            </a:r>
            <a:r>
              <a:rPr lang="ru-RU" sz="2800" dirty="0"/>
              <a:t>больше</a:t>
            </a:r>
            <a:r>
              <a:rPr lang="ru-RU" sz="2800" baseline="0" dirty="0"/>
              <a:t> 1000 рублей)</a:t>
            </a:r>
            <a:endParaRPr lang="en-US" sz="2800" dirty="0"/>
          </a:p>
        </c:rich>
      </c:tx>
      <c:layout>
        <c:manualLayout>
          <c:xMode val="edge"/>
          <c:yMode val="edge"/>
          <c:x val="0.19988804365556001"/>
          <c:y val="2.601263470828688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'Query result'!$B$1</c:f>
              <c:strCache>
                <c:ptCount val="1"/>
                <c:pt idx="0">
                  <c:v>cnt_user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tint val="98000"/>
                    <a:hueMod val="94000"/>
                    <a:satMod val="130000"/>
                    <a:lumMod val="128000"/>
                  </a:schemeClr>
                </a:gs>
                <a:gs pos="100000">
                  <a:schemeClr val="accent1">
                    <a:shade val="94000"/>
                    <a:lumMod val="8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0800" dist="38100" dir="5400000" rotWithShape="0">
                <a:srgbClr val="000000">
                  <a:alpha val="46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/>
            </a:scene3d>
            <a:sp3d prstMaterial="plastic">
              <a:bevelT w="25400" h="254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'Query result'!$A$2:$A$11</c:f>
              <c:numCache>
                <c:formatCode>m/d/yyyy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'Query result'!$B$2:$B$11</c:f>
              <c:numCache>
                <c:formatCode>#,##0</c:formatCode>
                <c:ptCount val="10"/>
                <c:pt idx="0">
                  <c:v>19</c:v>
                </c:pt>
                <c:pt idx="1">
                  <c:v>32</c:v>
                </c:pt>
                <c:pt idx="2">
                  <c:v>29</c:v>
                </c:pt>
                <c:pt idx="3">
                  <c:v>35</c:v>
                </c:pt>
                <c:pt idx="4">
                  <c:v>38</c:v>
                </c:pt>
                <c:pt idx="5">
                  <c:v>38</c:v>
                </c:pt>
                <c:pt idx="6">
                  <c:v>64</c:v>
                </c:pt>
                <c:pt idx="7">
                  <c:v>90</c:v>
                </c:pt>
                <c:pt idx="8">
                  <c:v>184</c:v>
                </c:pt>
                <c:pt idx="9">
                  <c:v>130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528-4DF3-B6D4-5BF70E0ABCB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833305871"/>
        <c:axId val="833301295"/>
      </c:barChart>
      <c:dateAx>
        <c:axId val="83330587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1" i="0" u="none" strike="noStrike" kern="1200" cap="all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Месяцы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1" i="0" u="none" strike="noStrike" kern="1200" cap="all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m/d/yyyy" sourceLinked="1"/>
        <c:majorTickMark val="out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833301295"/>
        <c:crosses val="autoZero"/>
        <c:auto val="1"/>
        <c:lblOffset val="100"/>
        <c:baseTimeUnit val="months"/>
      </c:dateAx>
      <c:valAx>
        <c:axId val="8333012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1" i="0" u="none" strike="noStrike" kern="1200" cap="all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Количество юзеров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1" i="0" u="none" strike="noStrike" kern="1200" cap="all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8333058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ru-RU"/>
              <a:t>Динамика </a:t>
            </a:r>
            <a:r>
              <a:rPr lang="en-US"/>
              <a:t>LMAU</a:t>
            </a:r>
            <a:r>
              <a:rPr lang="ru-RU"/>
              <a:t> при комбинации </a:t>
            </a:r>
          </a:p>
          <a:p>
            <a:pPr>
              <a:defRPr/>
            </a:pPr>
            <a:r>
              <a:rPr lang="ru-RU"/>
              <a:t>критериев лояльности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'Query result'!$B$1</c:f>
              <c:strCache>
                <c:ptCount val="1"/>
                <c:pt idx="0">
                  <c:v>Кол-во при условии ИЛИ</c:v>
                </c:pt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>
              <a:outerShdw blurRad="50800" dist="38100" dir="5400000" rotWithShape="0">
                <a:srgbClr val="000000">
                  <a:alpha val="46000"/>
                </a:srgbClr>
              </a:outerShdw>
            </a:effectLst>
          </c:spPr>
          <c:marker>
            <c:symbol val="none"/>
          </c:marker>
          <c:dLbls>
            <c:dLbl>
              <c:idx val="8"/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77A3-4F8D-851A-BB22D7B403C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'Query result'!$A$2:$A$11</c:f>
              <c:numCache>
                <c:formatCode>m/d/yyyy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'Query result'!$B$2:$B$11</c:f>
              <c:numCache>
                <c:formatCode>#,##0</c:formatCode>
                <c:ptCount val="10"/>
                <c:pt idx="0">
                  <c:v>91</c:v>
                </c:pt>
                <c:pt idx="1">
                  <c:v>170</c:v>
                </c:pt>
                <c:pt idx="2">
                  <c:v>161</c:v>
                </c:pt>
                <c:pt idx="3">
                  <c:v>156</c:v>
                </c:pt>
                <c:pt idx="4">
                  <c:v>179</c:v>
                </c:pt>
                <c:pt idx="5">
                  <c:v>176</c:v>
                </c:pt>
                <c:pt idx="6">
                  <c:v>255</c:v>
                </c:pt>
                <c:pt idx="7">
                  <c:v>311</c:v>
                </c:pt>
                <c:pt idx="8">
                  <c:v>655</c:v>
                </c:pt>
                <c:pt idx="9">
                  <c:v>429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7A3-4F8D-851A-BB22D7B403CF}"/>
            </c:ext>
          </c:extLst>
        </c:ser>
        <c:dLbls>
          <c:dLblPos val="b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834526911"/>
        <c:axId val="834546047"/>
      </c:lineChart>
      <c:lineChart>
        <c:grouping val="standard"/>
        <c:varyColors val="0"/>
        <c:ser>
          <c:idx val="1"/>
          <c:order val="1"/>
          <c:tx>
            <c:strRef>
              <c:f>'Query result'!$C$1</c:f>
              <c:strCache>
                <c:ptCount val="1"/>
                <c:pt idx="0">
                  <c:v>Кол-во при условии И</c:v>
                </c:pt>
              </c:strCache>
            </c:strRef>
          </c:tx>
          <c:spPr>
            <a:ln w="34925" cap="rnd">
              <a:solidFill>
                <a:schemeClr val="accent2"/>
              </a:solidFill>
              <a:round/>
            </a:ln>
            <a:effectLst>
              <a:outerShdw blurRad="50800" dist="38100" dir="5400000" rotWithShape="0">
                <a:srgbClr val="000000">
                  <a:alpha val="46000"/>
                </a:srgbClr>
              </a:outerShdw>
            </a:effectLst>
          </c:spPr>
          <c:marker>
            <c:symbol val="none"/>
          </c:marker>
          <c:dLbls>
            <c:dLbl>
              <c:idx val="8"/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77A3-4F8D-851A-BB22D7B403C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b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'Query result'!$A$2:$A$11</c:f>
              <c:numCache>
                <c:formatCode>m/d/yyyy</c:formatCode>
                <c:ptCount val="10"/>
                <c:pt idx="0">
                  <c:v>44743</c:v>
                </c:pt>
                <c:pt idx="1">
                  <c:v>44774</c:v>
                </c:pt>
                <c:pt idx="2">
                  <c:v>44805</c:v>
                </c:pt>
                <c:pt idx="3">
                  <c:v>44835</c:v>
                </c:pt>
                <c:pt idx="4">
                  <c:v>44866</c:v>
                </c:pt>
                <c:pt idx="5">
                  <c:v>44896</c:v>
                </c:pt>
                <c:pt idx="6">
                  <c:v>44927</c:v>
                </c:pt>
                <c:pt idx="7">
                  <c:v>44958</c:v>
                </c:pt>
                <c:pt idx="8">
                  <c:v>44986</c:v>
                </c:pt>
                <c:pt idx="9">
                  <c:v>45017</c:v>
                </c:pt>
              </c:numCache>
            </c:numRef>
          </c:cat>
          <c:val>
            <c:numRef>
              <c:f>'Query result'!$C$2:$C$11</c:f>
              <c:numCache>
                <c:formatCode>#,##0</c:formatCode>
                <c:ptCount val="10"/>
                <c:pt idx="0">
                  <c:v>5</c:v>
                </c:pt>
                <c:pt idx="1">
                  <c:v>10</c:v>
                </c:pt>
                <c:pt idx="2">
                  <c:v>10</c:v>
                </c:pt>
                <c:pt idx="3">
                  <c:v>12</c:v>
                </c:pt>
                <c:pt idx="4">
                  <c:v>17</c:v>
                </c:pt>
                <c:pt idx="5">
                  <c:v>16</c:v>
                </c:pt>
                <c:pt idx="6">
                  <c:v>22</c:v>
                </c:pt>
                <c:pt idx="7">
                  <c:v>29</c:v>
                </c:pt>
                <c:pt idx="8">
                  <c:v>61</c:v>
                </c:pt>
                <c:pt idx="9">
                  <c:v>42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77A3-4F8D-851A-BB22D7B403CF}"/>
            </c:ext>
          </c:extLst>
        </c:ser>
        <c:dLbls>
          <c:dLblPos val="b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080751279"/>
        <c:axId val="1080744207"/>
      </c:lineChart>
      <c:dateAx>
        <c:axId val="83452691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1" i="0" u="none" strike="noStrike" kern="1200" cap="all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Месяцы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1" i="0" u="none" strike="noStrike" kern="1200" cap="all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m/d/yyyy" sourceLinked="1"/>
        <c:majorTickMark val="out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834546047"/>
        <c:crosses val="autoZero"/>
        <c:auto val="1"/>
        <c:lblOffset val="100"/>
        <c:baseTimeUnit val="months"/>
      </c:dateAx>
      <c:valAx>
        <c:axId val="83454604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1" i="0" u="none" strike="noStrike" kern="1200" cap="all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Количество при условии ИЛИ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1" i="0" u="none" strike="noStrike" kern="1200" cap="all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834526911"/>
        <c:crosses val="autoZero"/>
        <c:crossBetween val="between"/>
      </c:valAx>
      <c:valAx>
        <c:axId val="1080744207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1" i="0" u="none" strike="noStrike" kern="1200" cap="all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Количество при условии И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1" i="0" u="none" strike="noStrike" kern="1200" cap="all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080751279"/>
        <c:crosses val="max"/>
        <c:crossBetween val="between"/>
      </c:valAx>
      <c:dateAx>
        <c:axId val="1080751279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1080744207"/>
        <c:crosses val="autoZero"/>
        <c:auto val="1"/>
        <c:lblOffset val="100"/>
        <c:baseTimeUnit val="months"/>
      </c:date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328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gradFill>
        <a:gsLst>
          <a:gs pos="100000">
            <a:schemeClr val="dk1">
              <a:lumMod val="95000"/>
              <a:lumOff val="5000"/>
            </a:schemeClr>
          </a:gs>
          <a:gs pos="0">
            <a:schemeClr val="dk1">
              <a:lumMod val="75000"/>
              <a:lumOff val="25000"/>
            </a:schemeClr>
          </a:gs>
        </a:gsLst>
        <a:path path="circle">
          <a:fillToRect l="50000" t="50000" r="50000" b="50000"/>
        </a:path>
      </a:gradFill>
      <a:ln w="9525">
        <a:solidFill>
          <a:schemeClr val="dk1">
            <a:lumMod val="75000"/>
            <a:lumOff val="2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/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/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gradFill>
        <a:gsLst>
          <a:gs pos="100000">
            <a:schemeClr val="lt1">
              <a:lumMod val="85000"/>
            </a:schemeClr>
          </a:gs>
          <a:gs pos="0">
            <a:schemeClr val="lt1"/>
          </a:gs>
        </a:gsLst>
        <a:path path="circle">
          <a:fillToRect l="50000" t="50000" r="50000" b="50000"/>
        </a:path>
      </a:gradFill>
      <a:ln w="9525" cap="flat" cmpd="sng" algn="ctr">
        <a:solidFill>
          <a:schemeClr val="lt1"/>
        </a:solidFill>
        <a:round/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tx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33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tx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33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tx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33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tx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36">
  <cs:axisTitle>
    <cs:lnRef idx="0"/>
    <cs:fillRef idx="0"/>
    <cs:effectRef idx="0"/>
    <cs:fontRef idx="minor">
      <a:schemeClr val="lt1">
        <a:lumMod val="75000"/>
      </a:schemeClr>
    </cs:fontRef>
    <cs:defRPr sz="1197" b="1" kern="1200"/>
  </cs:axisTitle>
  <cs:categoryAxis>
    <cs:lnRef idx="0"/>
    <cs:fillRef idx="0"/>
    <cs:effectRef idx="0"/>
    <cs:fontRef idx="minor">
      <a:schemeClr val="lt1">
        <a:lumMod val="75000"/>
      </a:schemeClr>
    </cs:fontRef>
    <cs:defRPr sz="1197" kern="120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>
        <a:lumMod val="75000"/>
      </a:schemeClr>
    </cs:fontRef>
    <cs:defRPr sz="1197" kern="1200"/>
  </cs:dataLabel>
  <cs:dataLabelCallout>
    <cs:lnRef idx="0"/>
    <cs:fillRef idx="0"/>
    <cs:effectRef idx="0"/>
    <cs:fontRef idx="minor">
      <a:schemeClr val="lt1">
        <a:lumMod val="15000"/>
        <a:lumOff val="85000"/>
      </a:schemeClr>
    </cs:fontRef>
    <cs:spPr>
      <a:solidFill>
        <a:schemeClr val="dk1">
          <a:lumMod val="65000"/>
          <a:lumOff val="35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3D>
  <cs:dataPointLine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22225" cap="rnd">
        <a:solidFill>
          <a:schemeClr val="phClr"/>
        </a:solidFill>
      </a:ln>
      <a:effectLst>
        <a:glow rad="139700">
          <a:schemeClr val="phClr">
            <a:satMod val="175000"/>
            <a:alpha val="14000"/>
          </a:schemeClr>
        </a:glow>
      </a:effectLst>
    </cs:spPr>
  </cs:dataPointLine>
  <cs:dataPointMarker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lumMod val="60000"/>
          <a:lumOff val="40000"/>
        </a:schemeClr>
      </a:solidFill>
      <a:effectLst>
        <a:glow rad="63500">
          <a:schemeClr val="phClr">
            <a:satMod val="175000"/>
            <a:alpha val="25000"/>
          </a:schemeClr>
        </a:glow>
      </a:effectLst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dk1">
            <a:lumMod val="50000"/>
            <a:lumOff val="50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</a:schemeClr>
            </a:gs>
            <a:gs pos="0">
              <a:schemeClr val="dk1">
                <a:lumMod val="65000"/>
                <a:lumOff val="3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  <a:alpha val="25000"/>
              </a:schemeClr>
            </a:gs>
            <a:gs pos="0">
              <a:schemeClr val="dk1">
                <a:lumMod val="65000"/>
                <a:lumOff val="35000"/>
                <a:alpha val="2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lt1">
        <a:lumMod val="7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85000"/>
      </a:schemeClr>
    </cs:fontRef>
    <cs:defRPr sz="1862" b="1" kern="1200" cap="none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25400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328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gradFill>
        <a:gsLst>
          <a:gs pos="100000">
            <a:schemeClr val="dk1">
              <a:lumMod val="95000"/>
              <a:lumOff val="5000"/>
            </a:schemeClr>
          </a:gs>
          <a:gs pos="0">
            <a:schemeClr val="dk1">
              <a:lumMod val="75000"/>
              <a:lumOff val="25000"/>
            </a:schemeClr>
          </a:gs>
        </a:gsLst>
        <a:path path="circle">
          <a:fillToRect l="50000" t="50000" r="50000" b="50000"/>
        </a:path>
      </a:gradFill>
      <a:ln w="9525">
        <a:solidFill>
          <a:schemeClr val="dk1">
            <a:lumMod val="75000"/>
            <a:lumOff val="2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/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/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gradFill>
        <a:gsLst>
          <a:gs pos="100000">
            <a:schemeClr val="lt1">
              <a:lumMod val="85000"/>
            </a:schemeClr>
          </a:gs>
          <a:gs pos="0">
            <a:schemeClr val="lt1"/>
          </a:gs>
        </a:gsLst>
        <a:path path="circle">
          <a:fillToRect l="50000" t="50000" r="50000" b="50000"/>
        </a:path>
      </a:gradFill>
      <a:ln w="9525" cap="flat" cmpd="sng" algn="ctr">
        <a:solidFill>
          <a:schemeClr val="lt1"/>
        </a:solidFill>
        <a:round/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tx1"/>
    </cs:fontRef>
  </cs:wall>
</cs:chartStyle>
</file>

<file path=ppt/charts/style9.xml><?xml version="1.0" encoding="utf-8"?>
<cs:chartStyle xmlns:cs="http://schemas.microsoft.com/office/drawing/2012/chartStyle" xmlns:a="http://schemas.openxmlformats.org/drawingml/2006/main" id="328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gradFill>
        <a:gsLst>
          <a:gs pos="100000">
            <a:schemeClr val="dk1">
              <a:lumMod val="95000"/>
              <a:lumOff val="5000"/>
            </a:schemeClr>
          </a:gs>
          <a:gs pos="0">
            <a:schemeClr val="dk1">
              <a:lumMod val="75000"/>
              <a:lumOff val="25000"/>
            </a:schemeClr>
          </a:gs>
        </a:gsLst>
        <a:path path="circle">
          <a:fillToRect l="50000" t="50000" r="50000" b="50000"/>
        </a:path>
      </a:gradFill>
      <a:ln w="9525">
        <a:solidFill>
          <a:schemeClr val="dk1">
            <a:lumMod val="75000"/>
            <a:lumOff val="2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/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/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gradFill>
        <a:gsLst>
          <a:gs pos="100000">
            <a:schemeClr val="lt1">
              <a:lumMod val="85000"/>
            </a:schemeClr>
          </a:gs>
          <a:gs pos="0">
            <a:schemeClr val="lt1"/>
          </a:gs>
        </a:gsLst>
        <a:path path="circle">
          <a:fillToRect l="50000" t="50000" r="50000" b="50000"/>
        </a:path>
      </a:gradFill>
      <a:ln w="9525" cap="flat" cmpd="sng" algn="ctr">
        <a:solidFill>
          <a:schemeClr val="lt1"/>
        </a:solidFill>
        <a:round/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tx1"/>
    </cs:fontRef>
  </cs:wall>
</cs:chartStyle>
</file>

<file path=ppt/charts/style10.xml><?xml version="1.0" encoding="utf-8"?>
<cs:chartStyle xmlns:cs="http://schemas.microsoft.com/office/drawing/2012/chartStyle" xmlns:a="http://schemas.openxmlformats.org/drawingml/2006/main" id="236">
  <cs:axisTitle>
    <cs:lnRef idx="0"/>
    <cs:fillRef idx="0"/>
    <cs:effectRef idx="0"/>
    <cs:fontRef idx="minor">
      <a:schemeClr val="lt1">
        <a:lumMod val="75000"/>
      </a:schemeClr>
    </cs:fontRef>
    <cs:defRPr sz="1197" b="1" kern="1200"/>
  </cs:axisTitle>
  <cs:categoryAxis>
    <cs:lnRef idx="0"/>
    <cs:fillRef idx="0"/>
    <cs:effectRef idx="0"/>
    <cs:fontRef idx="minor">
      <a:schemeClr val="lt1">
        <a:lumMod val="75000"/>
      </a:schemeClr>
    </cs:fontRef>
    <cs:defRPr sz="1197" kern="120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>
        <a:lumMod val="75000"/>
      </a:schemeClr>
    </cs:fontRef>
    <cs:defRPr sz="1197" kern="1200"/>
  </cs:dataLabel>
  <cs:dataLabelCallout>
    <cs:lnRef idx="0"/>
    <cs:fillRef idx="0"/>
    <cs:effectRef idx="0"/>
    <cs:fontRef idx="minor">
      <a:schemeClr val="lt1">
        <a:lumMod val="15000"/>
        <a:lumOff val="85000"/>
      </a:schemeClr>
    </cs:fontRef>
    <cs:spPr>
      <a:solidFill>
        <a:schemeClr val="dk1">
          <a:lumMod val="65000"/>
          <a:lumOff val="35000"/>
        </a:schemeClr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3D>
  <cs:dataPointLine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22225" cap="rnd">
        <a:solidFill>
          <a:schemeClr val="phClr"/>
        </a:solidFill>
      </a:ln>
      <a:effectLst>
        <a:glow rad="139700">
          <a:schemeClr val="phClr">
            <a:satMod val="175000"/>
            <a:alpha val="14000"/>
          </a:schemeClr>
        </a:glow>
      </a:effectLst>
    </cs:spPr>
  </cs:dataPointLine>
  <cs:dataPointMarker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lumMod val="60000"/>
          <a:lumOff val="40000"/>
        </a:schemeClr>
      </a:solidFill>
      <a:effectLst>
        <a:glow rad="63500">
          <a:schemeClr val="phClr">
            <a:satMod val="175000"/>
            <a:alpha val="25000"/>
          </a:schemeClr>
        </a:glow>
      </a:effectLst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dk1">
            <a:lumMod val="50000"/>
            <a:lumOff val="50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</a:schemeClr>
            </a:gs>
            <a:gs pos="0">
              <a:schemeClr val="dk1">
                <a:lumMod val="65000"/>
                <a:lumOff val="3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75000"/>
                <a:lumOff val="25000"/>
                <a:alpha val="25000"/>
              </a:schemeClr>
            </a:gs>
            <a:gs pos="0">
              <a:schemeClr val="dk1">
                <a:lumMod val="65000"/>
                <a:lumOff val="35000"/>
                <a:alpha val="2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lt1">
        <a:lumMod val="7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85000"/>
      </a:schemeClr>
    </cs:fontRef>
    <cs:defRPr sz="1862" b="1" kern="1200" cap="none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25400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11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12.xml><?xml version="1.0" encoding="utf-8"?>
<cs:chartStyle xmlns:cs="http://schemas.microsoft.com/office/drawing/2012/chartStyle" xmlns:a="http://schemas.openxmlformats.org/drawingml/2006/main" id="328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gradFill>
        <a:gsLst>
          <a:gs pos="100000">
            <a:schemeClr val="dk1">
              <a:lumMod val="95000"/>
              <a:lumOff val="5000"/>
            </a:schemeClr>
          </a:gs>
          <a:gs pos="0">
            <a:schemeClr val="dk1">
              <a:lumMod val="75000"/>
              <a:lumOff val="25000"/>
            </a:schemeClr>
          </a:gs>
        </a:gsLst>
        <a:path path="circle">
          <a:fillToRect l="50000" t="50000" r="50000" b="50000"/>
        </a:path>
      </a:gradFill>
      <a:ln w="9525">
        <a:solidFill>
          <a:schemeClr val="dk1">
            <a:lumMod val="75000"/>
            <a:lumOff val="2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/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/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gradFill>
        <a:gsLst>
          <a:gs pos="100000">
            <a:schemeClr val="lt1">
              <a:lumMod val="85000"/>
            </a:schemeClr>
          </a:gs>
          <a:gs pos="0">
            <a:schemeClr val="lt1"/>
          </a:gs>
        </a:gsLst>
        <a:path path="circle">
          <a:fillToRect l="50000" t="50000" r="50000" b="50000"/>
        </a:path>
      </a:gradFill>
      <a:ln w="9525" cap="flat" cmpd="sng" algn="ctr">
        <a:solidFill>
          <a:schemeClr val="lt1"/>
        </a:solidFill>
        <a:round/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tx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32C37-53CD-42EC-A922-6AD926C59A83}" type="datetimeFigureOut">
              <a:rPr lang="ru-RU" smtClean="0"/>
              <a:t>21.06.2026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8081F-EB13-46E3-B912-F1B3F0D40D26}" type="slidenum">
              <a:rPr lang="ru-RU" smtClean="0"/>
              <a:t>‹#›</a:t>
            </a:fld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17982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32C37-53CD-42EC-A922-6AD926C59A83}" type="datetimeFigureOut">
              <a:rPr lang="ru-RU" smtClean="0"/>
              <a:t>21.06.2026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8081F-EB13-46E3-B912-F1B3F0D40D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5429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32C37-53CD-42EC-A922-6AD926C59A83}" type="datetimeFigureOut">
              <a:rPr lang="ru-RU" smtClean="0"/>
              <a:t>21.06.2026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8081F-EB13-46E3-B912-F1B3F0D40D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1898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32C37-53CD-42EC-A922-6AD926C59A83}" type="datetimeFigureOut">
              <a:rPr lang="ru-RU" smtClean="0"/>
              <a:t>21.06.2026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8081F-EB13-46E3-B912-F1B3F0D40D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7008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32C37-53CD-42EC-A922-6AD926C59A83}" type="datetimeFigureOut">
              <a:rPr lang="ru-RU" smtClean="0"/>
              <a:t>21.06.2026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8081F-EB13-46E3-B912-F1B3F0D40D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9073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32C37-53CD-42EC-A922-6AD926C59A83}" type="datetimeFigureOut">
              <a:rPr lang="ru-RU" smtClean="0"/>
              <a:t>21.06.2026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8081F-EB13-46E3-B912-F1B3F0D40D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66201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32C37-53CD-42EC-A922-6AD926C59A83}" type="datetimeFigureOut">
              <a:rPr lang="ru-RU" smtClean="0"/>
              <a:t>21.06.2026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8081F-EB13-46E3-B912-F1B3F0D40D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47069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32C37-53CD-42EC-A922-6AD926C59A83}" type="datetimeFigureOut">
              <a:rPr lang="ru-RU" smtClean="0"/>
              <a:t>21.06.2026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8081F-EB13-46E3-B912-F1B3F0D40D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75538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32C37-53CD-42EC-A922-6AD926C59A83}" type="datetimeFigureOut">
              <a:rPr lang="ru-RU" smtClean="0"/>
              <a:t>21.06.2026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8081F-EB13-46E3-B912-F1B3F0D40D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636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32C37-53CD-42EC-A922-6AD926C59A83}" type="datetimeFigureOut">
              <a:rPr lang="ru-RU" smtClean="0"/>
              <a:t>21.06.2026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8081F-EB13-46E3-B912-F1B3F0D40D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0657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32C37-53CD-42EC-A922-6AD926C59A83}" type="datetimeFigureOut">
              <a:rPr lang="ru-RU" smtClean="0"/>
              <a:t>21.06.2026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8081F-EB13-46E3-B912-F1B3F0D40D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98735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32C37-53CD-42EC-A922-6AD926C59A83}" type="datetimeFigureOut">
              <a:rPr lang="ru-RU" smtClean="0"/>
              <a:t>21.06.2026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8081F-EB13-46E3-B912-F1B3F0D40D26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535424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32C37-53CD-42EC-A922-6AD926C59A83}" type="datetimeFigureOut">
              <a:rPr lang="ru-RU" smtClean="0"/>
              <a:t>21.06.2026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8081F-EB13-46E3-B912-F1B3F0D40D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02947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32C37-53CD-42EC-A922-6AD926C59A83}" type="datetimeFigureOut">
              <a:rPr lang="ru-RU" smtClean="0"/>
              <a:t>21.06.2026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8081F-EB13-46E3-B912-F1B3F0D40D26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868371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32C37-53CD-42EC-A922-6AD926C59A83}" type="datetimeFigureOut">
              <a:rPr lang="ru-RU" smtClean="0"/>
              <a:t>21.06.2026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8081F-EB13-46E3-B912-F1B3F0D40D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55661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32C37-53CD-42EC-A922-6AD926C59A83}" type="datetimeFigureOut">
              <a:rPr lang="ru-RU" smtClean="0"/>
              <a:t>21.06.2026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8081F-EB13-46E3-B912-F1B3F0D40D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25846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32C37-53CD-42EC-A922-6AD926C59A83}" type="datetimeFigureOut">
              <a:rPr lang="ru-RU" smtClean="0"/>
              <a:t>21.06.2026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8081F-EB13-46E3-B912-F1B3F0D40D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4902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1000">
              <a:schemeClr val="bg2">
                <a:tint val="97000"/>
                <a:hueMod val="92000"/>
                <a:satMod val="169000"/>
                <a:lumMod val="164000"/>
                <a:alpha val="41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E8632C37-53CD-42EC-A922-6AD926C59A83}" type="datetimeFigureOut">
              <a:rPr lang="ru-RU" smtClean="0"/>
              <a:t>21.06.2026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EC8081F-EB13-46E3-B912-F1B3F0D40D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149595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9" Type="http://schemas.openxmlformats.org/officeDocument/2006/relationships/image" Target="../media/image2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sv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D75FAB-7785-45DC-8941-011C385D2A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Анализ по игре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zombie revolution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9AB3AAD-BE4A-4718-9044-087485B869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ru-RU" sz="2800" dirty="0"/>
              <a:t>Подготовила: Гузель Запорощенко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897443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A042EC2-002A-4CE3-A7BD-17E27CA56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266" y="227677"/>
            <a:ext cx="8534400" cy="786476"/>
          </a:xfrm>
        </p:spPr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Содержание: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5149CFA-36E8-474A-85A1-484E940DF3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1086" y="1421478"/>
            <a:ext cx="9523816" cy="4805680"/>
          </a:xfrm>
        </p:spPr>
        <p:txBody>
          <a:bodyPr>
            <a:noAutofit/>
          </a:bodyPr>
          <a:lstStyle/>
          <a:p>
            <a:pPr marL="285750" indent="-285750">
              <a:buFontTx/>
              <a:buChar char="-"/>
            </a:pPr>
            <a:r>
              <a:rPr lang="ru-RU" sz="2800" dirty="0"/>
              <a:t>Общие показатели игры</a:t>
            </a:r>
          </a:p>
          <a:p>
            <a:pPr marL="285750" indent="-285750">
              <a:buFontTx/>
              <a:buChar char="-"/>
            </a:pPr>
            <a:r>
              <a:rPr lang="ru-RU" sz="2800" dirty="0"/>
              <a:t>Возникшие технические проблемы</a:t>
            </a:r>
          </a:p>
          <a:p>
            <a:pPr marL="285750" indent="-285750">
              <a:buFontTx/>
              <a:buChar char="-"/>
            </a:pPr>
            <a:r>
              <a:rPr lang="ru-RU" sz="2800" dirty="0"/>
              <a:t>Результаты маркетинговой акции</a:t>
            </a:r>
          </a:p>
          <a:p>
            <a:pPr marL="285750" indent="-285750">
              <a:buFontTx/>
              <a:buChar char="-"/>
            </a:pPr>
            <a:r>
              <a:rPr lang="ru-RU" sz="2800" dirty="0"/>
              <a:t>Финансовые метрики по ключевым разделам</a:t>
            </a:r>
          </a:p>
          <a:p>
            <a:pPr marL="285750" indent="-285750">
              <a:buFontTx/>
              <a:buChar char="-"/>
            </a:pPr>
            <a:r>
              <a:rPr lang="ru-RU" sz="2800" dirty="0"/>
              <a:t>Вирусность игры</a:t>
            </a:r>
          </a:p>
          <a:p>
            <a:pPr marL="285750" indent="-285750">
              <a:buFontTx/>
              <a:buChar char="-"/>
            </a:pPr>
            <a:r>
              <a:rPr lang="ru-RU" sz="2800" dirty="0"/>
              <a:t>Результаты использования нового канала привлечения игроков</a:t>
            </a:r>
          </a:p>
          <a:p>
            <a:pPr marL="285750" indent="-285750">
              <a:buFontTx/>
              <a:buChar char="-"/>
            </a:pPr>
            <a:r>
              <a:rPr lang="ru-RU" sz="2800" dirty="0"/>
              <a:t>Лояльные пользователи</a:t>
            </a:r>
          </a:p>
        </p:txBody>
      </p:sp>
    </p:spTree>
    <p:extLst>
      <p:ext uri="{BB962C8B-B14F-4D97-AF65-F5344CB8AC3E}">
        <p14:creationId xmlns:p14="http://schemas.microsoft.com/office/powerpoint/2010/main" val="3216267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0284DD07-AFE7-493C-9051-3AD50E5D4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273" y="247841"/>
            <a:ext cx="8534400" cy="1507067"/>
          </a:xfrm>
        </p:spPr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Общие показатели игры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7984D32D-6311-4A24-B515-CF8031854E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9273" y="2053245"/>
            <a:ext cx="9864640" cy="4043372"/>
          </a:xfrm>
        </p:spPr>
        <p:txBody>
          <a:bodyPr>
            <a:normAutofit/>
          </a:bodyPr>
          <a:lstStyle/>
          <a:p>
            <a:r>
              <a:rPr lang="ru-RU" sz="3200" dirty="0"/>
              <a:t>В  базе нашей игры </a:t>
            </a:r>
            <a:r>
              <a:rPr lang="en-US" sz="3200" dirty="0"/>
              <a:t>Zombie Revolution </a:t>
            </a:r>
            <a:r>
              <a:rPr lang="ru-RU" sz="3200" dirty="0"/>
              <a:t>всего </a:t>
            </a:r>
            <a:r>
              <a:rPr lang="ru-RU" sz="3200" b="1" dirty="0"/>
              <a:t>3078</a:t>
            </a:r>
            <a:r>
              <a:rPr lang="ru-RU" sz="3200" dirty="0"/>
              <a:t> пользователей</a:t>
            </a:r>
          </a:p>
          <a:p>
            <a:r>
              <a:rPr lang="ru-RU" sz="2800" dirty="0"/>
              <a:t>Первый игрок зарегистрирован 1 июля 2022 года</a:t>
            </a:r>
          </a:p>
          <a:p>
            <a:r>
              <a:rPr lang="ru-RU" sz="2800" dirty="0"/>
              <a:t>Последний 30 марта 2023 года</a:t>
            </a:r>
          </a:p>
        </p:txBody>
      </p:sp>
      <p:pic>
        <p:nvPicPr>
          <p:cNvPr id="11" name="Рисунок 10" descr="Успех группы со сплошной заливкой">
            <a:extLst>
              <a:ext uri="{FF2B5EF4-FFF2-40B4-BE49-F238E27FC236}">
                <a16:creationId xmlns:a16="http://schemas.microsoft.com/office/drawing/2014/main" id="{2BC27020-1B49-438D-92F7-BBF7300D64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40829" y="316053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3634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382A3012-EB1C-4F44-A228-FEE28C509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486" y="247842"/>
            <a:ext cx="10138959" cy="1456267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chemeClr val="bg1"/>
                </a:solidFill>
              </a:rPr>
              <a:t>Общие показатели игры </a:t>
            </a:r>
            <a:br>
              <a:rPr lang="ru-RU" dirty="0">
                <a:solidFill>
                  <a:schemeClr val="bg1"/>
                </a:solidFill>
              </a:rPr>
            </a:br>
            <a:r>
              <a:rPr lang="ru-RU" sz="2700" dirty="0">
                <a:solidFill>
                  <a:schemeClr val="bg2">
                    <a:lumMod val="75000"/>
                  </a:schemeClr>
                </a:solidFill>
              </a:rPr>
              <a:t>В 2023 году Количество регистраций игроков увеличилось в 2,5 раза</a:t>
            </a:r>
            <a:endParaRPr lang="ru-RU" sz="3100" dirty="0">
              <a:solidFill>
                <a:schemeClr val="bg2">
                  <a:lumMod val="75000"/>
                </a:schemeClr>
              </a:solidFill>
            </a:endParaRPr>
          </a:p>
        </p:txBody>
      </p:sp>
      <p:graphicFrame>
        <p:nvGraphicFramePr>
          <p:cNvPr id="12" name="Объект 11">
            <a:extLst>
              <a:ext uri="{FF2B5EF4-FFF2-40B4-BE49-F238E27FC236}">
                <a16:creationId xmlns:a16="http://schemas.microsoft.com/office/drawing/2014/main" id="{F47358BF-3A09-4083-A828-C884FE7A2E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8598259"/>
              </p:ext>
            </p:extLst>
          </p:nvPr>
        </p:nvGraphicFramePr>
        <p:xfrm>
          <a:off x="327486" y="1803862"/>
          <a:ext cx="9406718" cy="46982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281322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382A3012-EB1C-4F44-A228-FEE28C509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888" y="222904"/>
            <a:ext cx="10396653" cy="1348201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chemeClr val="bg1"/>
                </a:solidFill>
              </a:rPr>
              <a:t>Общие показатели игры </a:t>
            </a:r>
            <a:br>
              <a:rPr lang="ru-RU" dirty="0">
                <a:solidFill>
                  <a:schemeClr val="bg1"/>
                </a:solidFill>
              </a:rPr>
            </a:br>
            <a:r>
              <a:rPr lang="ru-RU" sz="2700" dirty="0">
                <a:solidFill>
                  <a:schemeClr val="bg2">
                    <a:lumMod val="75000"/>
                  </a:schemeClr>
                </a:solidFill>
              </a:rPr>
              <a:t>Пользователи стали играть чаще, но меньше по времени</a:t>
            </a:r>
            <a:endParaRPr lang="ru-RU" sz="3100" dirty="0">
              <a:solidFill>
                <a:schemeClr val="bg2">
                  <a:lumMod val="75000"/>
                </a:schemeClr>
              </a:solidFill>
            </a:endParaRPr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5B0C5D1C-209B-4D6A-9BCE-CB07DF53DD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4864995"/>
              </p:ext>
            </p:extLst>
          </p:nvPr>
        </p:nvGraphicFramePr>
        <p:xfrm>
          <a:off x="343390" y="1787237"/>
          <a:ext cx="9365876" cy="47660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998084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382A3012-EB1C-4F44-A228-FEE28C509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137" y="181340"/>
            <a:ext cx="9298202" cy="1555181"/>
          </a:xfrm>
        </p:spPr>
        <p:txBody>
          <a:bodyPr/>
          <a:lstStyle/>
          <a:p>
            <a:r>
              <a:rPr lang="ru-RU" sz="3200" dirty="0">
                <a:solidFill>
                  <a:schemeClr val="bg1"/>
                </a:solidFill>
              </a:rPr>
              <a:t>Общие показатели игры </a:t>
            </a:r>
            <a:br>
              <a:rPr lang="ru-RU" sz="3200" dirty="0">
                <a:solidFill>
                  <a:schemeClr val="bg1"/>
                </a:solidFill>
              </a:rPr>
            </a:br>
            <a:r>
              <a:rPr lang="ru-RU" sz="2400" dirty="0">
                <a:solidFill>
                  <a:schemeClr val="bg2">
                    <a:lumMod val="75000"/>
                  </a:schemeClr>
                </a:solidFill>
              </a:rPr>
              <a:t>вовлеченность игроков более 1 часа </a:t>
            </a:r>
            <a:br>
              <a:rPr lang="ru-RU" sz="2400" dirty="0">
                <a:solidFill>
                  <a:schemeClr val="bg2">
                    <a:lumMod val="75000"/>
                  </a:schemeClr>
                </a:solidFill>
              </a:rPr>
            </a:br>
            <a:r>
              <a:rPr lang="ru-RU" sz="2400" dirty="0">
                <a:solidFill>
                  <a:schemeClr val="bg2">
                    <a:lumMod val="75000"/>
                  </a:schemeClr>
                </a:solidFill>
              </a:rPr>
              <a:t>игры  нестабильна </a:t>
            </a:r>
            <a:endParaRPr lang="ru-RU" sz="2800" dirty="0">
              <a:solidFill>
                <a:schemeClr val="bg2">
                  <a:lumMod val="75000"/>
                </a:schemeClr>
              </a:solidFill>
            </a:endParaRPr>
          </a:p>
        </p:txBody>
      </p:sp>
      <p:graphicFrame>
        <p:nvGraphicFramePr>
          <p:cNvPr id="9" name="Объект 8">
            <a:extLst>
              <a:ext uri="{FF2B5EF4-FFF2-40B4-BE49-F238E27FC236}">
                <a16:creationId xmlns:a16="http://schemas.microsoft.com/office/drawing/2014/main" id="{30CD1906-1EC7-40EB-BB5C-425FFB31F7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4962142"/>
              </p:ext>
            </p:extLst>
          </p:nvPr>
        </p:nvGraphicFramePr>
        <p:xfrm>
          <a:off x="349137" y="1795548"/>
          <a:ext cx="9227125" cy="4623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3242166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382A3012-EB1C-4F44-A228-FEE28C509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390" y="189653"/>
            <a:ext cx="9872952" cy="1414704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chemeClr val="bg1"/>
                </a:solidFill>
              </a:rPr>
              <a:t>Общие показатели игры </a:t>
            </a:r>
            <a:br>
              <a:rPr lang="ru-RU" dirty="0">
                <a:solidFill>
                  <a:schemeClr val="bg1"/>
                </a:solidFill>
              </a:rPr>
            </a:br>
            <a:r>
              <a:rPr lang="ru-RU" sz="2700" dirty="0">
                <a:solidFill>
                  <a:schemeClr val="bg2">
                    <a:lumMod val="75000"/>
                  </a:schemeClr>
                </a:solidFill>
              </a:rPr>
              <a:t>в марте зарегистрирован рекорд длительности игры</a:t>
            </a:r>
            <a:endParaRPr lang="ru-RU" sz="3100" dirty="0">
              <a:solidFill>
                <a:schemeClr val="bg2">
                  <a:lumMod val="75000"/>
                </a:schemeClr>
              </a:solidFill>
            </a:endParaRPr>
          </a:p>
        </p:txBody>
      </p:sp>
      <p:graphicFrame>
        <p:nvGraphicFramePr>
          <p:cNvPr id="10" name="Объект 9">
            <a:extLst>
              <a:ext uri="{FF2B5EF4-FFF2-40B4-BE49-F238E27FC236}">
                <a16:creationId xmlns:a16="http://schemas.microsoft.com/office/drawing/2014/main" id="{8F72DF0B-F241-4A7D-AA31-7EB8B10903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6173918"/>
              </p:ext>
            </p:extLst>
          </p:nvPr>
        </p:nvGraphicFramePr>
        <p:xfrm>
          <a:off x="354474" y="1762298"/>
          <a:ext cx="9138661" cy="46671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5952125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0284DD07-AFE7-493C-9051-3AD50E5D4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273" y="247841"/>
            <a:ext cx="8534400" cy="1507067"/>
          </a:xfrm>
        </p:spPr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Общие показатели игры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7984D32D-6311-4A24-B515-CF8031854E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7832" y="1330036"/>
            <a:ext cx="9174683" cy="4655128"/>
          </a:xfrm>
        </p:spPr>
        <p:txBody>
          <a:bodyPr>
            <a:normAutofit/>
          </a:bodyPr>
          <a:lstStyle/>
          <a:p>
            <a:r>
              <a:rPr lang="ru-RU" sz="2800" dirty="0"/>
              <a:t>Наши пользователи рассылают приглашения в игру своим друзьям :</a:t>
            </a:r>
          </a:p>
          <a:p>
            <a:r>
              <a:rPr lang="ru-RU" sz="2800" b="1" dirty="0"/>
              <a:t>2992</a:t>
            </a:r>
            <a:r>
              <a:rPr lang="ru-RU" sz="2800" dirty="0"/>
              <a:t> игрока разослали </a:t>
            </a:r>
            <a:r>
              <a:rPr lang="ru-RU" sz="2800" b="1" dirty="0"/>
              <a:t>7933</a:t>
            </a:r>
            <a:r>
              <a:rPr lang="ru-RU" sz="2800" dirty="0"/>
              <a:t>  приглашений</a:t>
            </a:r>
          </a:p>
          <a:p>
            <a:r>
              <a:rPr lang="ru-RU" sz="2800" dirty="0"/>
              <a:t>Максимум приглашений от 1 игрока от 6 до 17</a:t>
            </a:r>
          </a:p>
        </p:txBody>
      </p:sp>
      <p:pic>
        <p:nvPicPr>
          <p:cNvPr id="3" name="Рисунок 2" descr="Танец со сплошной заливкой">
            <a:extLst>
              <a:ext uri="{FF2B5EF4-FFF2-40B4-BE49-F238E27FC236}">
                <a16:creationId xmlns:a16="http://schemas.microsoft.com/office/drawing/2014/main" id="{D9985535-78C9-412E-B917-30FC05A22C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42762" y="2514600"/>
            <a:ext cx="914400" cy="914400"/>
          </a:xfrm>
          <a:prstGeom prst="rect">
            <a:avLst/>
          </a:prstGeom>
        </p:spPr>
      </p:pic>
      <p:pic>
        <p:nvPicPr>
          <p:cNvPr id="7" name="Рисунок 6" descr="Расширение бизнеса со сплошной заливкой">
            <a:extLst>
              <a:ext uri="{FF2B5EF4-FFF2-40B4-BE49-F238E27FC236}">
                <a16:creationId xmlns:a16="http://schemas.microsoft.com/office/drawing/2014/main" id="{B54F3B81-32A9-416C-B104-42E81B332B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92639" y="398387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1103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0284DD07-AFE7-493C-9051-3AD50E5D4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273" y="247841"/>
            <a:ext cx="8534400" cy="1507067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chemeClr val="bg1"/>
                </a:solidFill>
              </a:rPr>
              <a:t>Возникшая техническая проблема</a:t>
            </a:r>
            <a:br>
              <a:rPr lang="ru-RU" dirty="0"/>
            </a:b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7984D32D-6311-4A24-B515-CF8031854E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9272" y="1637607"/>
            <a:ext cx="9174683" cy="4655128"/>
          </a:xfrm>
        </p:spPr>
        <p:txBody>
          <a:bodyPr>
            <a:normAutofit/>
          </a:bodyPr>
          <a:lstStyle/>
          <a:p>
            <a:r>
              <a:rPr lang="ru-RU" sz="2800" dirty="0"/>
              <a:t>У</a:t>
            </a:r>
            <a:r>
              <a:rPr lang="ru-RU" sz="2800" b="0" i="0" dirty="0">
                <a:effectLst/>
              </a:rPr>
              <a:t> части сессий не заполнено поле </a:t>
            </a:r>
            <a:r>
              <a:rPr lang="ru-RU" sz="2800" u="sng" dirty="0">
                <a:effectLst/>
              </a:rPr>
              <a:t>end_session</a:t>
            </a:r>
            <a:r>
              <a:rPr lang="ru-RU" sz="2800" dirty="0"/>
              <a:t>: </a:t>
            </a:r>
          </a:p>
          <a:p>
            <a:r>
              <a:rPr lang="ru-RU" sz="2800" dirty="0"/>
              <a:t>Всего проблемных строк – </a:t>
            </a:r>
            <a:r>
              <a:rPr lang="ru-RU" sz="2800" b="1" dirty="0"/>
              <a:t>3262</a:t>
            </a:r>
            <a:r>
              <a:rPr lang="ru-RU" sz="2800" dirty="0"/>
              <a:t>  (</a:t>
            </a:r>
            <a:r>
              <a:rPr lang="ru-RU" sz="28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12 %</a:t>
            </a:r>
            <a:r>
              <a:rPr lang="ru-RU" sz="2800" dirty="0"/>
              <a:t> от общего числа строк)</a:t>
            </a:r>
          </a:p>
          <a:p>
            <a:r>
              <a:rPr lang="ru-RU" sz="2800" b="1" i="0" dirty="0">
                <a:effectLst/>
              </a:rPr>
              <a:t>97,61</a:t>
            </a:r>
            <a:r>
              <a:rPr lang="ru-RU" sz="2800" b="0" i="0" dirty="0">
                <a:effectLst/>
              </a:rPr>
              <a:t> </a:t>
            </a:r>
            <a:r>
              <a:rPr lang="ru-RU" sz="2800" b="1" i="0" dirty="0">
                <a:effectLst/>
              </a:rPr>
              <a:t>%</a:t>
            </a:r>
            <a:r>
              <a:rPr lang="ru-RU" sz="2800" b="0" i="0" dirty="0">
                <a:effectLst/>
              </a:rPr>
              <a:t> всех проблемных записей приходится на </a:t>
            </a:r>
            <a:r>
              <a:rPr lang="en-US" sz="2800" b="1" dirty="0"/>
              <a:t>IOS</a:t>
            </a:r>
            <a:r>
              <a:rPr lang="ru-RU" sz="2800" dirty="0"/>
              <a:t> </a:t>
            </a:r>
            <a:r>
              <a:rPr lang="ru-RU" sz="2800" b="0" i="0" dirty="0">
                <a:effectLst/>
              </a:rPr>
              <a:t>(</a:t>
            </a:r>
            <a:r>
              <a:rPr lang="ru-RU" sz="28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18,98 %</a:t>
            </a:r>
            <a:r>
              <a:rPr lang="ru-RU" sz="2800" b="0" i="0" dirty="0">
                <a:effectLst/>
              </a:rPr>
              <a:t>), </a:t>
            </a:r>
          </a:p>
          <a:p>
            <a:r>
              <a:rPr lang="ru-RU" sz="2800" b="1" i="0" dirty="0">
                <a:effectLst/>
              </a:rPr>
              <a:t>2,39 %</a:t>
            </a:r>
            <a:r>
              <a:rPr lang="ru-RU" sz="2800" b="0" i="0" dirty="0">
                <a:effectLst/>
              </a:rPr>
              <a:t>— </a:t>
            </a:r>
            <a:r>
              <a:rPr lang="ru-RU" sz="2800" dirty="0"/>
              <a:t>для </a:t>
            </a:r>
            <a:r>
              <a:rPr lang="en-US" sz="2800" b="1" dirty="0"/>
              <a:t>Android</a:t>
            </a:r>
            <a:r>
              <a:rPr lang="ru-RU" sz="2800" dirty="0"/>
              <a:t> </a:t>
            </a:r>
            <a:r>
              <a:rPr lang="ru-RU" sz="2800" b="0" i="0" dirty="0">
                <a:effectLst/>
              </a:rPr>
              <a:t>(</a:t>
            </a:r>
            <a:r>
              <a:rPr lang="ru-RU" sz="28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0,75 %</a:t>
            </a:r>
            <a:r>
              <a:rPr lang="ru-RU" sz="2800" dirty="0"/>
              <a:t>)</a:t>
            </a:r>
          </a:p>
        </p:txBody>
      </p:sp>
      <p:pic>
        <p:nvPicPr>
          <p:cNvPr id="6" name="Рисунок 5" descr="Смартфон со сплошной заливкой">
            <a:extLst>
              <a:ext uri="{FF2B5EF4-FFF2-40B4-BE49-F238E27FC236}">
                <a16:creationId xmlns:a16="http://schemas.microsoft.com/office/drawing/2014/main" id="{9B13EE43-648C-42E1-9889-120D274F03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181374">
            <a:off x="9554093" y="4138816"/>
            <a:ext cx="1318953" cy="1318953"/>
          </a:xfrm>
          <a:prstGeom prst="rect">
            <a:avLst/>
          </a:prstGeom>
        </p:spPr>
      </p:pic>
      <p:pic>
        <p:nvPicPr>
          <p:cNvPr id="9" name="Рисунок 8" descr="Смартфон со сплошной заливкой">
            <a:extLst>
              <a:ext uri="{FF2B5EF4-FFF2-40B4-BE49-F238E27FC236}">
                <a16:creationId xmlns:a16="http://schemas.microsoft.com/office/drawing/2014/main" id="{01C3F170-E755-4E91-BABC-CD85D8AAE6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0722697">
            <a:off x="8786552" y="4565388"/>
            <a:ext cx="1310010" cy="1310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5493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0284DD07-AFE7-493C-9051-3AD50E5D4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272" y="247842"/>
            <a:ext cx="9648509" cy="1231824"/>
          </a:xfrm>
        </p:spPr>
        <p:txBody>
          <a:bodyPr>
            <a:normAutofit fontScale="90000"/>
          </a:bodyPr>
          <a:lstStyle/>
          <a:p>
            <a:br>
              <a:rPr lang="ru-RU" dirty="0">
                <a:solidFill>
                  <a:schemeClr val="bg1"/>
                </a:solidFill>
              </a:rPr>
            </a:br>
            <a:br>
              <a:rPr lang="ru-RU" dirty="0">
                <a:solidFill>
                  <a:schemeClr val="bg1"/>
                </a:solidFill>
              </a:rPr>
            </a:br>
            <a:r>
              <a:rPr lang="ru-RU" dirty="0">
                <a:solidFill>
                  <a:schemeClr val="bg1"/>
                </a:solidFill>
              </a:rPr>
              <a:t>Результаты маркетинговой акции </a:t>
            </a:r>
            <a:br>
              <a:rPr lang="ru-RU" dirty="0">
                <a:solidFill>
                  <a:schemeClr val="bg1"/>
                </a:solidFill>
              </a:rPr>
            </a:br>
            <a:r>
              <a:rPr lang="ru-RU" sz="2700" dirty="0">
                <a:solidFill>
                  <a:schemeClr val="bg2">
                    <a:lumMod val="75000"/>
                  </a:schemeClr>
                </a:solidFill>
              </a:rPr>
              <a:t>метрики отражают интерес пользователей </a:t>
            </a:r>
            <a:br>
              <a:rPr lang="ru-RU" sz="2700" dirty="0">
                <a:solidFill>
                  <a:schemeClr val="bg2">
                    <a:lumMod val="75000"/>
                  </a:schemeClr>
                </a:solidFill>
              </a:rPr>
            </a:br>
            <a:r>
              <a:rPr lang="ru-RU" sz="2700" dirty="0">
                <a:solidFill>
                  <a:schemeClr val="bg2">
                    <a:lumMod val="75000"/>
                  </a:schemeClr>
                </a:solidFill>
              </a:rPr>
              <a:t>к акции марта </a:t>
            </a:r>
            <a:br>
              <a:rPr lang="ru-RU" dirty="0"/>
            </a:br>
            <a:br>
              <a:rPr lang="ru-RU" dirty="0"/>
            </a:br>
            <a:endParaRPr lang="ru-RU" dirty="0">
              <a:solidFill>
                <a:schemeClr val="bg1"/>
              </a:solidFill>
            </a:endParaRPr>
          </a:p>
        </p:txBody>
      </p:sp>
      <p:graphicFrame>
        <p:nvGraphicFramePr>
          <p:cNvPr id="14" name="Объект 13">
            <a:extLst>
              <a:ext uri="{FF2B5EF4-FFF2-40B4-BE49-F238E27FC236}">
                <a16:creationId xmlns:a16="http://schemas.microsoft.com/office/drawing/2014/main" id="{8F0DF224-4157-4134-AB98-55E9369AAA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7157383"/>
              </p:ext>
            </p:extLst>
          </p:nvPr>
        </p:nvGraphicFramePr>
        <p:xfrm>
          <a:off x="351615" y="1754908"/>
          <a:ext cx="9349337" cy="47050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9361410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0284DD07-AFE7-493C-9051-3AD50E5D4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263" y="256154"/>
            <a:ext cx="10188836" cy="1281701"/>
          </a:xfrm>
        </p:spPr>
        <p:txBody>
          <a:bodyPr>
            <a:normAutofit fontScale="90000"/>
          </a:bodyPr>
          <a:lstStyle/>
          <a:p>
            <a:br>
              <a:rPr lang="ru-RU" dirty="0">
                <a:solidFill>
                  <a:schemeClr val="bg1"/>
                </a:solidFill>
              </a:rPr>
            </a:br>
            <a:br>
              <a:rPr lang="ru-RU" dirty="0">
                <a:solidFill>
                  <a:schemeClr val="bg1"/>
                </a:solidFill>
              </a:rPr>
            </a:br>
            <a:r>
              <a:rPr lang="ru-RU" dirty="0">
                <a:solidFill>
                  <a:schemeClr val="bg1"/>
                </a:solidFill>
              </a:rPr>
              <a:t>Результаты маркетинговой акции</a:t>
            </a:r>
            <a:r>
              <a:rPr lang="ru-RU" sz="3100" dirty="0">
                <a:solidFill>
                  <a:schemeClr val="bg2">
                    <a:lumMod val="75000"/>
                  </a:schemeClr>
                </a:solidFill>
              </a:rPr>
              <a:t> </a:t>
            </a:r>
            <a:br>
              <a:rPr lang="ru-RU" sz="3100" dirty="0">
                <a:solidFill>
                  <a:schemeClr val="bg2">
                    <a:lumMod val="75000"/>
                  </a:schemeClr>
                </a:solidFill>
              </a:rPr>
            </a:br>
            <a:r>
              <a:rPr lang="ru-RU" sz="2700" dirty="0">
                <a:solidFill>
                  <a:schemeClr val="bg2">
                    <a:lumMod val="75000"/>
                  </a:schemeClr>
                </a:solidFill>
              </a:rPr>
              <a:t>в период акции наблюдается падение липучести, </a:t>
            </a:r>
            <a:br>
              <a:rPr lang="ru-RU" sz="2700" dirty="0">
                <a:solidFill>
                  <a:schemeClr val="bg2">
                    <a:lumMod val="75000"/>
                  </a:schemeClr>
                </a:solidFill>
              </a:rPr>
            </a:br>
            <a:r>
              <a:rPr lang="ru-RU" sz="2700" dirty="0">
                <a:solidFill>
                  <a:schemeClr val="bg2">
                    <a:lumMod val="75000"/>
                  </a:schemeClr>
                </a:solidFill>
              </a:rPr>
              <a:t>не все игроки остались играть каждый день</a:t>
            </a:r>
            <a:br>
              <a:rPr lang="ru-RU" dirty="0"/>
            </a:br>
            <a:br>
              <a:rPr lang="ru-RU" dirty="0"/>
            </a:br>
            <a:endParaRPr lang="ru-RU" dirty="0">
              <a:solidFill>
                <a:schemeClr val="bg1"/>
              </a:solidFill>
            </a:endParaRPr>
          </a:p>
        </p:txBody>
      </p:sp>
      <p:graphicFrame>
        <p:nvGraphicFramePr>
          <p:cNvPr id="9" name="Объект 8">
            <a:extLst>
              <a:ext uri="{FF2B5EF4-FFF2-40B4-BE49-F238E27FC236}">
                <a16:creationId xmlns:a16="http://schemas.microsoft.com/office/drawing/2014/main" id="{6DDC0716-287D-493D-AF9A-25F0508151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1967286"/>
              </p:ext>
            </p:extLst>
          </p:nvPr>
        </p:nvGraphicFramePr>
        <p:xfrm>
          <a:off x="351703" y="1845425"/>
          <a:ext cx="9249497" cy="46330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7499570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382A3012-EB1C-4F44-A228-FEE28C509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856" y="231217"/>
            <a:ext cx="9897890" cy="1206886"/>
          </a:xfrm>
        </p:spPr>
        <p:txBody>
          <a:bodyPr>
            <a:normAutofit fontScale="90000"/>
          </a:bodyPr>
          <a:lstStyle/>
          <a:p>
            <a:br>
              <a:rPr lang="ru-RU" dirty="0">
                <a:solidFill>
                  <a:schemeClr val="bg1"/>
                </a:solidFill>
              </a:rPr>
            </a:br>
            <a:r>
              <a:rPr lang="ru-RU" dirty="0">
                <a:solidFill>
                  <a:schemeClr val="bg1"/>
                </a:solidFill>
              </a:rPr>
              <a:t>Финансовые метрики </a:t>
            </a:r>
            <a:br>
              <a:rPr lang="ru-RU" dirty="0">
                <a:solidFill>
                  <a:schemeClr val="bg1"/>
                </a:solidFill>
              </a:rPr>
            </a:br>
            <a:r>
              <a:rPr lang="ru-RU" sz="2700" spc="-5" dirty="0">
                <a:solidFill>
                  <a:schemeClr val="bg2">
                    <a:lumMod val="75000"/>
                  </a:schemeClr>
                </a:solidFill>
                <a:effectLst/>
                <a:latin typeface="Century Gothic" panose="020B0502020202020204" pitchFamily="34" charset="0"/>
                <a:ea typeface="Times New Roman" panose="02020603050405020304" pitchFamily="18" charset="0"/>
              </a:rPr>
              <a:t>Больше всего денег всегда приносит Валюта </a:t>
            </a:r>
            <a:endParaRPr lang="ru-RU" sz="3100" dirty="0">
              <a:solidFill>
                <a:schemeClr val="bg2">
                  <a:lumMod val="75000"/>
                </a:schemeClr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C2875792-0C53-4C92-891F-1251AE1C8F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75495234"/>
              </p:ext>
            </p:extLst>
          </p:nvPr>
        </p:nvGraphicFramePr>
        <p:xfrm>
          <a:off x="318856" y="1870364"/>
          <a:ext cx="9315596" cy="46791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79521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382A3012-EB1C-4F44-A228-FEE28C509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753" y="189652"/>
            <a:ext cx="10190221" cy="1514457"/>
          </a:xfrm>
        </p:spPr>
        <p:txBody>
          <a:bodyPr>
            <a:normAutofit fontScale="90000"/>
          </a:bodyPr>
          <a:lstStyle/>
          <a:p>
            <a:br>
              <a:rPr lang="ru-RU" dirty="0">
                <a:solidFill>
                  <a:schemeClr val="bg1"/>
                </a:solidFill>
              </a:rPr>
            </a:br>
            <a:r>
              <a:rPr lang="ru-RU" dirty="0">
                <a:solidFill>
                  <a:schemeClr val="bg1"/>
                </a:solidFill>
              </a:rPr>
              <a:t>Финансовые метрики  </a:t>
            </a:r>
            <a:br>
              <a:rPr lang="ru-RU" dirty="0">
                <a:solidFill>
                  <a:schemeClr val="bg1"/>
                </a:solidFill>
              </a:rPr>
            </a:br>
            <a:r>
              <a:rPr lang="ru-RU" sz="2700" dirty="0">
                <a:solidFill>
                  <a:schemeClr val="bg2">
                    <a:lumMod val="75000"/>
                  </a:schemeClr>
                </a:solidFill>
              </a:rPr>
              <a:t>повышение цены позитивно отразилось </a:t>
            </a:r>
            <a:br>
              <a:rPr lang="ru-RU" sz="2700" dirty="0">
                <a:solidFill>
                  <a:schemeClr val="bg2">
                    <a:lumMod val="75000"/>
                  </a:schemeClr>
                </a:solidFill>
              </a:rPr>
            </a:br>
            <a:r>
              <a:rPr lang="ru-RU" sz="2700" dirty="0">
                <a:solidFill>
                  <a:schemeClr val="bg2">
                    <a:lumMod val="75000"/>
                  </a:schemeClr>
                </a:solidFill>
              </a:rPr>
              <a:t>на суммарной выручке</a:t>
            </a:r>
            <a:br>
              <a:rPr lang="ru-RU" sz="2200" dirty="0">
                <a:solidFill>
                  <a:schemeClr val="bg2">
                    <a:lumMod val="75000"/>
                  </a:schemeClr>
                </a:solidFill>
              </a:rPr>
            </a:br>
            <a:endParaRPr lang="ru-RU" sz="3100" dirty="0">
              <a:solidFill>
                <a:schemeClr val="bg2">
                  <a:lumMod val="75000"/>
                </a:schemeClr>
              </a:solidFill>
            </a:endParaRPr>
          </a:p>
        </p:txBody>
      </p:sp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3BD8954A-4177-4EC8-80D7-C0C8778525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6213708"/>
              </p:ext>
            </p:extLst>
          </p:nvPr>
        </p:nvGraphicFramePr>
        <p:xfrm>
          <a:off x="308754" y="1845425"/>
          <a:ext cx="9400511" cy="46385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4618197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382A3012-EB1C-4F44-A228-FEE28C509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510" y="256612"/>
            <a:ext cx="9625222" cy="1236628"/>
          </a:xfrm>
        </p:spPr>
        <p:txBody>
          <a:bodyPr>
            <a:normAutofit fontScale="90000"/>
          </a:bodyPr>
          <a:lstStyle/>
          <a:p>
            <a:br>
              <a:rPr lang="ru-RU" dirty="0">
                <a:solidFill>
                  <a:schemeClr val="bg1"/>
                </a:solidFill>
              </a:rPr>
            </a:br>
            <a:r>
              <a:rPr lang="ru-RU" dirty="0">
                <a:solidFill>
                  <a:schemeClr val="bg1"/>
                </a:solidFill>
              </a:rPr>
              <a:t>Финансовые метрики</a:t>
            </a:r>
            <a:br>
              <a:rPr lang="ru-RU" dirty="0">
                <a:solidFill>
                  <a:schemeClr val="bg1"/>
                </a:solidFill>
              </a:rPr>
            </a:br>
            <a:r>
              <a:rPr lang="ru-RU" sz="2700" dirty="0">
                <a:solidFill>
                  <a:schemeClr val="bg2">
                    <a:lumMod val="75000"/>
                  </a:schemeClr>
                </a:solidFill>
              </a:rPr>
              <a:t>более поздние когорты «щедрее» на покупку игровых предметов </a:t>
            </a:r>
            <a:br>
              <a:rPr lang="ru-RU" dirty="0">
                <a:solidFill>
                  <a:schemeClr val="bg1"/>
                </a:solidFill>
              </a:rPr>
            </a:br>
            <a:endParaRPr lang="ru-RU" dirty="0"/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135B013F-C3EB-4046-ACDD-2F7B117F62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06185710"/>
              </p:ext>
            </p:extLst>
          </p:nvPr>
        </p:nvGraphicFramePr>
        <p:xfrm>
          <a:off x="332510" y="1853738"/>
          <a:ext cx="9434945" cy="45636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625719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0284DD07-AFE7-493C-9051-3AD50E5D4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713" y="164713"/>
            <a:ext cx="8534400" cy="1140385"/>
          </a:xfrm>
        </p:spPr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ВИРУСНОСТЬ игры</a:t>
            </a:r>
          </a:p>
        </p:txBody>
      </p:sp>
      <p:pic>
        <p:nvPicPr>
          <p:cNvPr id="3" name="Объект 2" descr="Группа людей со сплошной заливкой">
            <a:extLst>
              <a:ext uri="{FF2B5EF4-FFF2-40B4-BE49-F238E27FC236}">
                <a16:creationId xmlns:a16="http://schemas.microsoft.com/office/drawing/2014/main" id="{450D25B9-C127-4DC4-9B9C-3781D49BDF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07127" y="3570683"/>
            <a:ext cx="1259012" cy="1259012"/>
          </a:xfrm>
        </p:spPr>
      </p:pic>
      <p:pic>
        <p:nvPicPr>
          <p:cNvPr id="15" name="Рисунок 14" descr="Шевроны со сплошной заливкой">
            <a:extLst>
              <a:ext uri="{FF2B5EF4-FFF2-40B4-BE49-F238E27FC236}">
                <a16:creationId xmlns:a16="http://schemas.microsoft.com/office/drawing/2014/main" id="{71834BC9-3D32-45F3-AC4E-7153D1187A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93477" y="3774331"/>
            <a:ext cx="914400" cy="914400"/>
          </a:xfrm>
          <a:prstGeom prst="rect">
            <a:avLst/>
          </a:prstGeom>
        </p:spPr>
      </p:pic>
      <p:pic>
        <p:nvPicPr>
          <p:cNvPr id="17" name="Рисунок 16" descr="Подключения со сплошной заливкой">
            <a:extLst>
              <a:ext uri="{FF2B5EF4-FFF2-40B4-BE49-F238E27FC236}">
                <a16:creationId xmlns:a16="http://schemas.microsoft.com/office/drawing/2014/main" id="{DF08E997-82DB-4817-95BD-8B38816ED54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87137" y="3570683"/>
            <a:ext cx="1183379" cy="1183379"/>
          </a:xfrm>
          <a:prstGeom prst="rect">
            <a:avLst/>
          </a:prstGeom>
        </p:spPr>
      </p:pic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4CD71ADA-795E-41E7-8C8E-AB3FBDC692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772175"/>
              </p:ext>
            </p:extLst>
          </p:nvPr>
        </p:nvGraphicFramePr>
        <p:xfrm>
          <a:off x="798022" y="1305099"/>
          <a:ext cx="9991898" cy="4858422"/>
        </p:xfrm>
        <a:graphic>
          <a:graphicData uri="http://schemas.openxmlformats.org/drawingml/2006/table">
            <a:tbl>
              <a:tblPr/>
              <a:tblGrid>
                <a:gridCol w="2759670">
                  <a:extLst>
                    <a:ext uri="{9D8B030D-6E8A-4147-A177-3AD203B41FA5}">
                      <a16:colId xmlns:a16="http://schemas.microsoft.com/office/drawing/2014/main" val="124098727"/>
                    </a:ext>
                  </a:extLst>
                </a:gridCol>
                <a:gridCol w="1819288">
                  <a:extLst>
                    <a:ext uri="{9D8B030D-6E8A-4147-A177-3AD203B41FA5}">
                      <a16:colId xmlns:a16="http://schemas.microsoft.com/office/drawing/2014/main" val="2698042580"/>
                    </a:ext>
                  </a:extLst>
                </a:gridCol>
                <a:gridCol w="5412940">
                  <a:extLst>
                    <a:ext uri="{9D8B030D-6E8A-4147-A177-3AD203B41FA5}">
                      <a16:colId xmlns:a16="http://schemas.microsoft.com/office/drawing/2014/main" val="754940441"/>
                    </a:ext>
                  </a:extLst>
                </a:gridCol>
              </a:tblGrid>
              <a:tr h="1883568">
                <a:tc>
                  <a:txBody>
                    <a:bodyPr/>
                    <a:lstStyle/>
                    <a:p>
                      <a:pPr algn="ctr" fontAlgn="b"/>
                      <a:r>
                        <a:rPr lang="ru-RU" sz="28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Century Gothic" panose="020B0502020202020204" pitchFamily="34" charset="0"/>
                        </a:rPr>
                        <a:t>Средний объем</a:t>
                      </a:r>
                    </a:p>
                    <a:p>
                      <a:pPr algn="ctr" fontAlgn="b"/>
                      <a:r>
                        <a:rPr lang="ru-RU" sz="28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Century Gothic" panose="020B0502020202020204" pitchFamily="34" charset="0"/>
                        </a:rPr>
                        <a:t> когорты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8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Century Gothic" panose="020B0502020202020204" pitchFamily="34" charset="0"/>
                        </a:rPr>
                        <a:t>К-фактор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8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Century Gothic" panose="020B0502020202020204" pitchFamily="34" charset="0"/>
                        </a:rPr>
                        <a:t>“Ожидаемый” объем </a:t>
                      </a:r>
                    </a:p>
                    <a:p>
                      <a:pPr algn="ctr" fontAlgn="b"/>
                      <a:r>
                        <a:rPr lang="ru-RU" sz="28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Century Gothic" panose="020B0502020202020204" pitchFamily="34" charset="0"/>
                        </a:rPr>
                        <a:t>с учетом </a:t>
                      </a:r>
                    </a:p>
                    <a:p>
                      <a:pPr algn="ctr" fontAlgn="b"/>
                      <a:r>
                        <a:rPr lang="ru-RU" sz="2800" b="0" i="0" u="none" strike="noStrike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Century Gothic" panose="020B0502020202020204" pitchFamily="34" charset="0"/>
                        </a:rPr>
                        <a:t>“вирусности” игры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0529068"/>
                  </a:ext>
                </a:extLst>
              </a:tr>
              <a:tr h="1740414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2639672"/>
                  </a:ext>
                </a:extLst>
              </a:tr>
              <a:tr h="607012">
                <a:tc>
                  <a:txBody>
                    <a:bodyPr/>
                    <a:lstStyle/>
                    <a:p>
                      <a:pPr algn="ctr" fontAlgn="b"/>
                      <a:r>
                        <a:rPr lang="ru-RU" sz="40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342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40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0,92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4000" b="1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315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408296"/>
                  </a:ext>
                </a:extLst>
              </a:tr>
              <a:tr h="607012">
                <a:tc>
                  <a:txBody>
                    <a:bodyPr/>
                    <a:lstStyle/>
                    <a:p>
                      <a:pPr algn="l" fontAlgn="b"/>
                      <a:r>
                        <a:rPr lang="ru-RU" sz="40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40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40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5434353"/>
                  </a:ext>
                </a:extLst>
              </a:tr>
            </a:tbl>
          </a:graphicData>
        </a:graphic>
      </p:graphicFrame>
      <p:pic>
        <p:nvPicPr>
          <p:cNvPr id="20" name="Рисунок 19" descr="Успех группы со сплошной заливкой">
            <a:extLst>
              <a:ext uri="{FF2B5EF4-FFF2-40B4-BE49-F238E27FC236}">
                <a16:creationId xmlns:a16="http://schemas.microsoft.com/office/drawing/2014/main" id="{E1C9E2B7-C365-4866-860F-5D1DDE980BF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895543" y="3570683"/>
            <a:ext cx="1324291" cy="1324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1674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7DFC14-EA6B-492C-9EB0-91BC3EEEA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711" y="703194"/>
            <a:ext cx="8534400" cy="1507067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chemeClr val="bg1"/>
                </a:solidFill>
              </a:rPr>
              <a:t>Результаты использования нового канала привлечения игроков</a:t>
            </a:r>
            <a:endParaRPr lang="ru-RU" dirty="0"/>
          </a:p>
        </p:txBody>
      </p:sp>
      <p:graphicFrame>
        <p:nvGraphicFramePr>
          <p:cNvPr id="6" name="Таблица 6">
            <a:extLst>
              <a:ext uri="{FF2B5EF4-FFF2-40B4-BE49-F238E27FC236}">
                <a16:creationId xmlns:a16="http://schemas.microsoft.com/office/drawing/2014/main" id="{9834A580-1310-4AF0-942A-484C080A7B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7575784"/>
              </p:ext>
            </p:extLst>
          </p:nvPr>
        </p:nvGraphicFramePr>
        <p:xfrm>
          <a:off x="897775" y="2078182"/>
          <a:ext cx="8620298" cy="42312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19821">
                  <a:extLst>
                    <a:ext uri="{9D8B030D-6E8A-4147-A177-3AD203B41FA5}">
                      <a16:colId xmlns:a16="http://schemas.microsoft.com/office/drawing/2014/main" val="1934687244"/>
                    </a:ext>
                  </a:extLst>
                </a:gridCol>
                <a:gridCol w="4300477">
                  <a:extLst>
                    <a:ext uri="{9D8B030D-6E8A-4147-A177-3AD203B41FA5}">
                      <a16:colId xmlns:a16="http://schemas.microsoft.com/office/drawing/2014/main" val="730858305"/>
                    </a:ext>
                  </a:extLst>
                </a:gridCol>
              </a:tblGrid>
              <a:tr h="1465990">
                <a:tc>
                  <a:txBody>
                    <a:bodyPr/>
                    <a:lstStyle/>
                    <a:p>
                      <a:pPr algn="ctr"/>
                      <a:endParaRPr lang="ru-RU" sz="2800" dirty="0">
                        <a:solidFill>
                          <a:schemeClr val="bg1">
                            <a:lumMod val="75000"/>
                            <a:lumOff val="2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ru-RU" sz="2800" dirty="0"/>
                        <a:t>Когорты, взятые</a:t>
                      </a:r>
                    </a:p>
                    <a:p>
                      <a:pPr algn="ctr"/>
                      <a:r>
                        <a:rPr lang="ru-RU" sz="2800" dirty="0"/>
                        <a:t> для анализа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800" dirty="0"/>
                        <a:t>Средняя длительность </a:t>
                      </a:r>
                    </a:p>
                    <a:p>
                      <a:pPr algn="ctr"/>
                      <a:r>
                        <a:rPr lang="ru-RU" sz="2800" dirty="0"/>
                        <a:t>игровых сессий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7007729"/>
                  </a:ext>
                </a:extLst>
              </a:tr>
              <a:tr h="1332718">
                <a:tc>
                  <a:txBody>
                    <a:bodyPr/>
                    <a:lstStyle/>
                    <a:p>
                      <a:pPr algn="ctr"/>
                      <a:r>
                        <a:rPr lang="ru-RU" sz="2800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Когорта ноября-декабря 2022 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>
                        <a:solidFill>
                          <a:schemeClr val="bg2">
                            <a:lumMod val="7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ru-RU" sz="3200" b="1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3</a:t>
                      </a:r>
                      <a:r>
                        <a:rPr lang="ru-RU" sz="2800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 часа </a:t>
                      </a:r>
                      <a:r>
                        <a:rPr lang="ru-RU" sz="3200" b="1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37</a:t>
                      </a:r>
                      <a:r>
                        <a:rPr lang="ru-RU" sz="2800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 минут</a:t>
                      </a:r>
                    </a:p>
                    <a:p>
                      <a:pPr algn="ctr"/>
                      <a:endParaRPr lang="ru-RU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8373476"/>
                  </a:ext>
                </a:extLst>
              </a:tr>
              <a:tr h="1332718">
                <a:tc>
                  <a:txBody>
                    <a:bodyPr/>
                    <a:lstStyle/>
                    <a:p>
                      <a:pPr algn="ctr"/>
                      <a:endParaRPr lang="ru-RU" sz="2800" dirty="0">
                        <a:solidFill>
                          <a:schemeClr val="bg2">
                            <a:lumMod val="7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ru-RU" sz="2800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Остальные когорты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2800" dirty="0">
                        <a:solidFill>
                          <a:schemeClr val="bg2">
                            <a:lumMod val="75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ru-RU" sz="3200" b="1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2</a:t>
                      </a:r>
                      <a:r>
                        <a:rPr lang="ru-RU" sz="2800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 часа </a:t>
                      </a:r>
                      <a:r>
                        <a:rPr lang="ru-RU" sz="3200" b="1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57</a:t>
                      </a:r>
                      <a:r>
                        <a:rPr lang="ru-RU" sz="2800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 минут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9551664"/>
                  </a:ext>
                </a:extLst>
              </a:tr>
            </a:tbl>
          </a:graphicData>
        </a:graphic>
      </p:graphicFrame>
      <p:pic>
        <p:nvPicPr>
          <p:cNvPr id="10" name="Рисунок 9" descr="Секундомер со сплошной заливкой">
            <a:extLst>
              <a:ext uri="{FF2B5EF4-FFF2-40B4-BE49-F238E27FC236}">
                <a16:creationId xmlns:a16="http://schemas.microsoft.com/office/drawing/2014/main" id="{59EC058F-EB99-4D7E-9872-DFEC0E8259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626385">
            <a:off x="4600562" y="4293815"/>
            <a:ext cx="1214722" cy="1214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4372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382A3012-EB1C-4F44-A228-FEE28C509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175" y="223057"/>
            <a:ext cx="9337553" cy="1203072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chemeClr val="bg1"/>
                </a:solidFill>
              </a:rPr>
              <a:t>Лояльность пользователей </a:t>
            </a:r>
            <a:br>
              <a:rPr lang="ru-RU" dirty="0">
                <a:solidFill>
                  <a:schemeClr val="bg1"/>
                </a:solidFill>
              </a:rPr>
            </a:br>
            <a:r>
              <a:rPr lang="ru-RU" sz="3100" dirty="0">
                <a:solidFill>
                  <a:schemeClr val="bg2">
                    <a:lumMod val="75000"/>
                  </a:schemeClr>
                </a:solidFill>
              </a:rPr>
              <a:t>критерий:   </a:t>
            </a:r>
            <a:r>
              <a:rPr lang="ru-RU" sz="2700" dirty="0">
                <a:solidFill>
                  <a:schemeClr val="bg2">
                    <a:lumMod val="75000"/>
                  </a:schemeClr>
                </a:solidFill>
              </a:rPr>
              <a:t>пригласили минимум троих друзей – </a:t>
            </a:r>
            <a:br>
              <a:rPr lang="ru-RU" sz="2700" dirty="0">
                <a:solidFill>
                  <a:schemeClr val="bg2">
                    <a:lumMod val="75000"/>
                  </a:schemeClr>
                </a:solidFill>
              </a:rPr>
            </a:br>
            <a:r>
              <a:rPr lang="ru-RU" sz="2700" dirty="0">
                <a:solidFill>
                  <a:schemeClr val="bg2">
                    <a:lumMod val="75000"/>
                  </a:schemeClr>
                </a:solidFill>
              </a:rPr>
              <a:t>из которых минимум один зарегистрировался</a:t>
            </a:r>
            <a:r>
              <a:rPr lang="ru-RU" sz="2700" dirty="0">
                <a:solidFill>
                  <a:schemeClr val="bg1"/>
                </a:solidFill>
              </a:rPr>
              <a:t> </a:t>
            </a:r>
            <a:endParaRPr lang="ru-RU" sz="2700" dirty="0"/>
          </a:p>
        </p:txBody>
      </p:sp>
      <p:graphicFrame>
        <p:nvGraphicFramePr>
          <p:cNvPr id="9" name="Объект 8">
            <a:extLst>
              <a:ext uri="{FF2B5EF4-FFF2-40B4-BE49-F238E27FC236}">
                <a16:creationId xmlns:a16="http://schemas.microsoft.com/office/drawing/2014/main" id="{35A5CAEA-CCB6-4D43-A577-2AF8BD1B2E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9986624"/>
              </p:ext>
            </p:extLst>
          </p:nvPr>
        </p:nvGraphicFramePr>
        <p:xfrm>
          <a:off x="318174" y="1820411"/>
          <a:ext cx="9337554" cy="46818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566696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382A3012-EB1C-4F44-A228-FEE28C509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350" y="239834"/>
            <a:ext cx="9858052" cy="1177905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chemeClr val="bg1"/>
                </a:solidFill>
              </a:rPr>
              <a:t>Лояльность пользователей </a:t>
            </a:r>
            <a:br>
              <a:rPr lang="ru-RU" dirty="0">
                <a:solidFill>
                  <a:schemeClr val="bg1"/>
                </a:solidFill>
              </a:rPr>
            </a:br>
            <a:r>
              <a:rPr lang="ru-RU" sz="2700" dirty="0">
                <a:solidFill>
                  <a:schemeClr val="bg2">
                    <a:lumMod val="75000"/>
                  </a:schemeClr>
                </a:solidFill>
              </a:rPr>
              <a:t>критерий: оплатили суммарно </a:t>
            </a:r>
            <a:r>
              <a:rPr lang="en-US" sz="2700" dirty="0">
                <a:solidFill>
                  <a:schemeClr val="bg2">
                    <a:lumMod val="75000"/>
                  </a:schemeClr>
                </a:solidFill>
              </a:rPr>
              <a:t>&gt; 1000 </a:t>
            </a:r>
            <a:r>
              <a:rPr lang="ru-RU" sz="2700" dirty="0">
                <a:solidFill>
                  <a:schemeClr val="bg2">
                    <a:lumMod val="75000"/>
                  </a:schemeClr>
                </a:solidFill>
              </a:rPr>
              <a:t>рублей </a:t>
            </a:r>
            <a:br>
              <a:rPr lang="ru-RU" sz="2700" dirty="0">
                <a:solidFill>
                  <a:schemeClr val="bg2">
                    <a:lumMod val="75000"/>
                  </a:schemeClr>
                </a:solidFill>
              </a:rPr>
            </a:br>
            <a:r>
              <a:rPr lang="ru-RU" sz="2700" dirty="0">
                <a:solidFill>
                  <a:schemeClr val="bg2">
                    <a:lumMod val="75000"/>
                  </a:schemeClr>
                </a:solidFill>
              </a:rPr>
              <a:t>за все время в игре</a:t>
            </a:r>
            <a:endParaRPr lang="ru-RU" sz="3100" dirty="0">
              <a:solidFill>
                <a:schemeClr val="bg2">
                  <a:lumMod val="75000"/>
                </a:schemeClr>
              </a:solidFill>
            </a:endParaRPr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F6D0AB24-FB57-43E2-B340-7AC4032829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2760119"/>
              </p:ext>
            </p:extLst>
          </p:nvPr>
        </p:nvGraphicFramePr>
        <p:xfrm>
          <a:off x="351350" y="1778466"/>
          <a:ext cx="9295989" cy="47329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7" name="Рисунок 6" descr="Расширение бизнеса со сплошной заливкой">
            <a:extLst>
              <a:ext uri="{FF2B5EF4-FFF2-40B4-BE49-F238E27FC236}">
                <a16:creationId xmlns:a16="http://schemas.microsoft.com/office/drawing/2014/main" id="{94D7F01F-9820-404C-9281-86F6689A0A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20691" y="2653300"/>
            <a:ext cx="1309254" cy="1309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3425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382A3012-EB1C-4F44-A228-FEE28C509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773" y="265002"/>
            <a:ext cx="9803170" cy="1186294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chemeClr val="bg1"/>
                </a:solidFill>
              </a:rPr>
              <a:t>Лояльность пользователей</a:t>
            </a:r>
            <a:br>
              <a:rPr lang="ru-RU" dirty="0">
                <a:solidFill>
                  <a:schemeClr val="bg1"/>
                </a:solidFill>
              </a:rPr>
            </a:br>
            <a:r>
              <a:rPr lang="ru-RU" sz="3200" dirty="0">
                <a:solidFill>
                  <a:schemeClr val="bg2">
                    <a:lumMod val="75000"/>
                  </a:schemeClr>
                </a:solidFill>
              </a:rPr>
              <a:t>комбинация критериев с разными условиями</a:t>
            </a:r>
            <a:endParaRPr lang="ru-RU" dirty="0">
              <a:solidFill>
                <a:schemeClr val="bg2">
                  <a:lumMod val="75000"/>
                </a:schemeClr>
              </a:solidFill>
            </a:endParaRPr>
          </a:p>
        </p:txBody>
      </p:sp>
      <p:graphicFrame>
        <p:nvGraphicFramePr>
          <p:cNvPr id="9" name="Объект 8">
            <a:extLst>
              <a:ext uri="{FF2B5EF4-FFF2-40B4-BE49-F238E27FC236}">
                <a16:creationId xmlns:a16="http://schemas.microsoft.com/office/drawing/2014/main" id="{417468C8-E06E-4B1A-B3DC-E2C9E2D5EA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8646963"/>
              </p:ext>
            </p:extLst>
          </p:nvPr>
        </p:nvGraphicFramePr>
        <p:xfrm>
          <a:off x="360244" y="1812022"/>
          <a:ext cx="9329040" cy="46651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1513372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4B031C8-B399-469C-AC35-8B823510A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2101579"/>
            <a:ext cx="8534400" cy="1507067"/>
          </a:xfrm>
        </p:spPr>
        <p:txBody>
          <a:bodyPr>
            <a:normAutofit/>
          </a:bodyPr>
          <a:lstStyle/>
          <a:p>
            <a:r>
              <a:rPr lang="ru-RU" sz="4400" dirty="0">
                <a:solidFill>
                  <a:schemeClr val="bg1"/>
                </a:solidFill>
              </a:rPr>
              <a:t>Спасибо за внимание)</a:t>
            </a:r>
          </a:p>
        </p:txBody>
      </p:sp>
    </p:spTree>
    <p:extLst>
      <p:ext uri="{BB962C8B-B14F-4D97-AF65-F5344CB8AC3E}">
        <p14:creationId xmlns:p14="http://schemas.microsoft.com/office/powerpoint/2010/main" val="4134159789"/>
      </p:ext>
    </p:extLst>
  </p:cSld>
  <p:clrMapOvr>
    <a:masterClrMapping/>
  </p:clrMapOvr>
</p:sld>
</file>

<file path=ppt/theme/theme1.xml><?xml version="1.0" encoding="utf-8"?>
<a:theme xmlns:a="http://schemas.openxmlformats.org/drawingml/2006/main" name="Сектор">
  <a:themeElements>
    <a:clrScheme name="Сектор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Сектор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Сектор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5933</TotalTime>
  <Words>483</Words>
  <Application>Microsoft Office PowerPoint</Application>
  <PresentationFormat>Широкоэкранный</PresentationFormat>
  <Paragraphs>114</Paragraphs>
  <Slides>20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4" baseType="lpstr">
      <vt:lpstr>Calibri</vt:lpstr>
      <vt:lpstr>Century Gothic</vt:lpstr>
      <vt:lpstr>Wingdings 3</vt:lpstr>
      <vt:lpstr>Сектор</vt:lpstr>
      <vt:lpstr>Анализ по игре  zombie revolution</vt:lpstr>
      <vt:lpstr>Содержание:</vt:lpstr>
      <vt:lpstr>Общие показатели игры</vt:lpstr>
      <vt:lpstr>Общие показатели игры  В 2023 году Количество регистраций игроков увеличилось в 2,5 раза</vt:lpstr>
      <vt:lpstr>Общие показатели игры  Пользователи стали играть чаще, но меньше по времени</vt:lpstr>
      <vt:lpstr>Общие показатели игры  вовлеченность игроков более 1 часа  игры  нестабильна </vt:lpstr>
      <vt:lpstr>Общие показатели игры  в марте зарегистрирован рекорд длительности игры</vt:lpstr>
      <vt:lpstr>Общие показатели игры</vt:lpstr>
      <vt:lpstr>Возникшая техническая проблема </vt:lpstr>
      <vt:lpstr>  Результаты маркетинговой акции  метрики отражают интерес пользователей  к акции марта   </vt:lpstr>
      <vt:lpstr>  Результаты маркетинговой акции  в период акции наблюдается падение липучести,  не все игроки остались играть каждый день  </vt:lpstr>
      <vt:lpstr> Финансовые метрики  Больше всего денег всегда приносит Валюта </vt:lpstr>
      <vt:lpstr> Финансовые метрики   повышение цены позитивно отразилось  на суммарной выручке </vt:lpstr>
      <vt:lpstr> Финансовые метрики более поздние когорты «щедрее» на покупку игровых предметов  </vt:lpstr>
      <vt:lpstr>ВИРУСНОСТЬ игры</vt:lpstr>
      <vt:lpstr>Результаты использования нового канала привлечения игроков</vt:lpstr>
      <vt:lpstr>Лояльность пользователей  критерий:   пригласили минимум троих друзей –  из которых минимум один зарегистрировался </vt:lpstr>
      <vt:lpstr>Лояльность пользователей  критерий: оплатили суммарно &gt; 1000 рублей  за все время в игре</vt:lpstr>
      <vt:lpstr>Лояльность пользователей комбинация критериев с разными условиями</vt:lpstr>
      <vt:lpstr>Спасибо за внимание)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Анализ по игре  zombie revolution</dc:title>
  <dc:creator>Gargulya1</dc:creator>
  <cp:lastModifiedBy>Gargulya1</cp:lastModifiedBy>
  <cp:revision>59</cp:revision>
  <dcterms:created xsi:type="dcterms:W3CDTF">2026-06-16T14:37:13Z</dcterms:created>
  <dcterms:modified xsi:type="dcterms:W3CDTF">2026-06-21T12:40:45Z</dcterms:modified>
</cp:coreProperties>
</file>